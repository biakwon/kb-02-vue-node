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6"/>
  </p:notesMasterIdLst>
  <p:sldIdLst>
    <p:sldId id="4338" r:id="rId2"/>
    <p:sldId id="4984" r:id="rId3"/>
    <p:sldId id="4983" r:id="rId4"/>
    <p:sldId id="4919" r:id="rId5"/>
    <p:sldId id="4920" r:id="rId6"/>
    <p:sldId id="4965" r:id="rId7"/>
    <p:sldId id="4966" r:id="rId8"/>
    <p:sldId id="4967" r:id="rId9"/>
    <p:sldId id="4968" r:id="rId10"/>
    <p:sldId id="4969" r:id="rId11"/>
    <p:sldId id="4921" r:id="rId12"/>
    <p:sldId id="4922" r:id="rId13"/>
    <p:sldId id="4923" r:id="rId14"/>
    <p:sldId id="4488" r:id="rId15"/>
    <p:sldId id="4924" r:id="rId16"/>
    <p:sldId id="4925" r:id="rId17"/>
    <p:sldId id="4926" r:id="rId18"/>
    <p:sldId id="4927" r:id="rId19"/>
    <p:sldId id="4928" r:id="rId20"/>
    <p:sldId id="4929" r:id="rId21"/>
    <p:sldId id="4971" r:id="rId22"/>
    <p:sldId id="4972" r:id="rId23"/>
    <p:sldId id="4970" r:id="rId24"/>
    <p:sldId id="4945" r:id="rId25"/>
    <p:sldId id="4946" r:id="rId26"/>
    <p:sldId id="4951" r:id="rId27"/>
    <p:sldId id="4952" r:id="rId28"/>
    <p:sldId id="4947" r:id="rId29"/>
    <p:sldId id="4976" r:id="rId30"/>
    <p:sldId id="4948" r:id="rId31"/>
    <p:sldId id="4953" r:id="rId32"/>
    <p:sldId id="4949" r:id="rId33"/>
    <p:sldId id="4954" r:id="rId34"/>
    <p:sldId id="4950" r:id="rId35"/>
    <p:sldId id="4955" r:id="rId36"/>
    <p:sldId id="4978" r:id="rId37"/>
    <p:sldId id="4980" r:id="rId38"/>
    <p:sldId id="4979" r:id="rId39"/>
    <p:sldId id="4981" r:id="rId40"/>
    <p:sldId id="4957" r:id="rId41"/>
    <p:sldId id="4942" r:id="rId42"/>
    <p:sldId id="4930" r:id="rId43"/>
    <p:sldId id="4982" r:id="rId44"/>
    <p:sldId id="4958" r:id="rId45"/>
    <p:sldId id="4944" r:id="rId46"/>
    <p:sldId id="4959" r:id="rId47"/>
    <p:sldId id="4960" r:id="rId48"/>
    <p:sldId id="4961" r:id="rId49"/>
    <p:sldId id="4962" r:id="rId50"/>
    <p:sldId id="4963" r:id="rId51"/>
    <p:sldId id="4964" r:id="rId52"/>
    <p:sldId id="4985" r:id="rId53"/>
    <p:sldId id="5007" r:id="rId54"/>
    <p:sldId id="4986" r:id="rId55"/>
    <p:sldId id="4987" r:id="rId56"/>
    <p:sldId id="5013" r:id="rId57"/>
    <p:sldId id="5009" r:id="rId58"/>
    <p:sldId id="5004" r:id="rId59"/>
    <p:sldId id="5005" r:id="rId60"/>
    <p:sldId id="5010" r:id="rId61"/>
    <p:sldId id="5012" r:id="rId62"/>
    <p:sldId id="4988" r:id="rId63"/>
    <p:sldId id="4989" r:id="rId64"/>
    <p:sldId id="5014" r:id="rId65"/>
    <p:sldId id="4990" r:id="rId66"/>
    <p:sldId id="5015" r:id="rId67"/>
    <p:sldId id="4991" r:id="rId68"/>
    <p:sldId id="4992" r:id="rId69"/>
    <p:sldId id="5016" r:id="rId70"/>
    <p:sldId id="5017" r:id="rId71"/>
    <p:sldId id="4993" r:id="rId72"/>
    <p:sldId id="5018" r:id="rId73"/>
    <p:sldId id="4994" r:id="rId74"/>
    <p:sldId id="5019" r:id="rId75"/>
    <p:sldId id="4995" r:id="rId76"/>
    <p:sldId id="4996" r:id="rId77"/>
    <p:sldId id="5020" r:id="rId78"/>
    <p:sldId id="4997" r:id="rId79"/>
    <p:sldId id="5021" r:id="rId80"/>
    <p:sldId id="5022" r:id="rId81"/>
    <p:sldId id="4998" r:id="rId82"/>
    <p:sldId id="4999" r:id="rId83"/>
    <p:sldId id="5023" r:id="rId84"/>
    <p:sldId id="5000" r:id="rId85"/>
    <p:sldId id="5024" r:id="rId86"/>
    <p:sldId id="5025" r:id="rId87"/>
    <p:sldId id="5031" r:id="rId88"/>
    <p:sldId id="5033" r:id="rId89"/>
    <p:sldId id="5032" r:id="rId90"/>
    <p:sldId id="5026" r:id="rId91"/>
    <p:sldId id="5034" r:id="rId92"/>
    <p:sldId id="5027" r:id="rId93"/>
    <p:sldId id="5028" r:id="rId94"/>
    <p:sldId id="5029" r:id="rId95"/>
  </p:sldIdLst>
  <p:sldSz cx="12192000" cy="6858000"/>
  <p:notesSz cx="6858000" cy="9144000"/>
  <p:embeddedFontLst>
    <p:embeddedFont>
      <p:font typeface="나눔스퀘어 ExtraBold" panose="020B0600000101010101" pitchFamily="50" charset="-127"/>
      <p:bold r:id="rId97"/>
    </p:embeddedFont>
    <p:embeddedFont>
      <p:font typeface="Jetbrains Mono" panose="020B0509020102050004" pitchFamily="49" charset="0"/>
      <p:regular r:id="rId98"/>
      <p:bold r:id="rId99"/>
    </p:embeddedFont>
    <p:embeddedFont>
      <p:font typeface="나눔스퀘어 Bold" panose="020B0600000101010101" pitchFamily="50" charset="-127"/>
      <p:bold r:id="rId100"/>
    </p:embeddedFont>
    <p:embeddedFont>
      <p:font typeface="Calibri" panose="020F0502020204030204" pitchFamily="34" charset="0"/>
      <p:regular r:id="rId101"/>
      <p:bold r:id="rId102"/>
      <p:italic r:id="rId103"/>
      <p:boldItalic r:id="rId104"/>
    </p:embeddedFont>
    <p:embeddedFont>
      <p:font typeface="Jetbrains Mono" panose="020B0509020102050004" pitchFamily="49" charset="0"/>
      <p:regular r:id="rId98"/>
      <p:bold r:id="rId99"/>
    </p:embeddedFont>
    <p:embeddedFont>
      <p:font typeface="맑은 고딕" panose="020B0503020000020004" pitchFamily="50" charset="-127"/>
      <p:regular r:id="rId105"/>
      <p:bold r:id="rId10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883"/>
    <a:srgbClr val="1E1E1E"/>
    <a:srgbClr val="36546D"/>
    <a:srgbClr val="FDFFFE"/>
    <a:srgbClr val="7EFF80"/>
    <a:srgbClr val="FEFF7F"/>
    <a:srgbClr val="000072"/>
    <a:srgbClr val="FEFEFE"/>
    <a:srgbClr val="0741E6"/>
    <a:srgbClr val="6236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09" autoAdjust="0"/>
    <p:restoredTop sz="94665" autoAdjust="0"/>
  </p:normalViewPr>
  <p:slideViewPr>
    <p:cSldViewPr snapToGrid="0">
      <p:cViewPr>
        <p:scale>
          <a:sx n="66" d="100"/>
          <a:sy n="66" d="100"/>
        </p:scale>
        <p:origin x="1368" y="44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6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7.fntdata"/><Relationship Id="rId108" Type="http://schemas.openxmlformats.org/officeDocument/2006/relationships/viewProps" Target="view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font" Target="fonts/font1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font" Target="fonts/font3.fntdata"/><Relationship Id="rId10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1.fntdata"/><Relationship Id="rId104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4.fntdata"/><Relationship Id="rId105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font" Target="fonts/font2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69E39-999D-5B4A-986F-FF43A57A78CE}" type="datetimeFigureOut">
              <a:rPr kumimoji="1" lang="ko-Kore-KR" altLang="en-US" smtClean="0"/>
              <a:t>04/03/2025</a:t>
            </a:fld>
            <a:endParaRPr kumimoji="1" lang="ko-Kore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ore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ko-Kore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ore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96F2B5-E9AF-9D40-A629-A66BB45D84D2}" type="slidenum">
              <a:rPr kumimoji="1" lang="ko-Kore-KR" altLang="en-US" smtClean="0"/>
              <a:t>‹#›</a:t>
            </a:fld>
            <a:endParaRPr kumimoji="1" lang="ko-Kore-KR" altLang="en-US"/>
          </a:p>
        </p:txBody>
      </p:sp>
    </p:spTree>
    <p:extLst>
      <p:ext uri="{BB962C8B-B14F-4D97-AF65-F5344CB8AC3E}">
        <p14:creationId xmlns:p14="http://schemas.microsoft.com/office/powerpoint/2010/main" val="542473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59A215-9F2D-2814-C334-CB5E0497A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EC12D50-EEB2-BBC4-5DFB-EA953F269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203FC-F5DC-9FC8-9C80-3B7659E3F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4C1B3B-8370-8842-E0AB-ACED59012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E5F6C7-A015-92EB-442F-8E30FE182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306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3C99DC-7560-0D31-5E87-1B07C408F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988" y="2828"/>
            <a:ext cx="11260802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B687C90-77FA-A4F1-E534-2262CF4FB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988" y="1328390"/>
            <a:ext cx="11260802" cy="5529609"/>
          </a:xfrm>
        </p:spPr>
        <p:txBody>
          <a:bodyPr/>
          <a:lstStyle>
            <a:lvl1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lnSpc>
                <a:spcPct val="150000"/>
              </a:lnSpc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DF13712-F9A9-C10D-82CE-69F09CDB28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1130"/>
          <a:stretch/>
        </p:blipFill>
        <p:spPr>
          <a:xfrm>
            <a:off x="11026588" y="0"/>
            <a:ext cx="1165412" cy="83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134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25ED7-0633-6679-B353-4BF85A809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42F748-DF81-9C59-A6D0-05652024E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5B245F-7889-658E-709B-863F596B3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B84671-432A-65AB-BBFF-27F7A152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5110BD-F9F5-DBC6-7DE2-172487974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6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71DE9-CD57-0979-FEB8-0433D68A5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EA8A1E-A09E-E576-9FFC-72C6EC4F5F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523D18-680E-C3AF-EA9F-659737098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8B0EC6-E4D7-3E25-9464-B07D7C0A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A41624D-31BD-0747-E207-F3739A324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AA68745-814C-EF11-9C19-28D6FDEB6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201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83FB1D-CBFC-21E3-7811-32697E49C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5A2F0D-6034-D658-CAA2-71F3D41A6F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E2B5590-2786-6DE8-AB0F-6E539001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C304A27-3906-A0B3-5907-9864B4565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06DCC80-E50D-D5DE-293E-1965CB2BF7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  <a:lvl2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2pPr>
            <a:lvl3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3pPr>
            <a:lvl4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4pPr>
            <a:lvl5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81F0E11-F1CA-9D06-D9F1-7685C962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FCF46959-3755-42C6-A836-92F078C95403}" type="datetimeFigureOut">
              <a:rPr lang="ko-KR" altLang="en-US" smtClean="0"/>
              <a:pPr/>
              <a:t>2025-04-03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E3F8348-EAF9-A1E8-100E-DC1621129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3790FD7-F0BE-5AE5-02EC-E4CAC082D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나눔스퀘어 Bold" panose="020B0600000101010101" pitchFamily="50" charset="-127"/>
                <a:ea typeface="나눔스퀘어 Bold" panose="020B0600000101010101" pitchFamily="50" charset="-127"/>
              </a:defRPr>
            </a:lvl1pPr>
          </a:lstStyle>
          <a:p>
            <a:fld id="{47BF5438-D7DA-4C1D-9B84-25AD91F66EB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7402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121541-94EC-1C7D-C6E1-8CB33524D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727702A-8FDB-B754-E8C2-AA6F5B33F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A041409-ED7B-DCE5-ED7E-CB24E91D6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29DEBE-680D-C89F-0AD8-D5B7B3324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495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8FB2809-B328-6467-69C6-08023D002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9F57083-1937-0E78-41D1-B30001806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2827DE-AC3B-C649-094D-3150335F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53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3C609-AF4C-D25A-2A0A-34168C3C7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63E7D2-3DF9-E76A-66E8-FE39280D6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A60D915-D32C-C6DF-2245-DE100AF013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E3A5308-1A6B-9B73-5852-2853B7F11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E92ED2-B847-20C6-4AA2-CE44FDC163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479958-D44D-C3CA-6664-ED7014A41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0408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4DAFB-0DD5-EA21-CBE8-89641426F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CF73641-61F2-E85B-0E20-909E1A347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81A9F3-F2A8-58C6-4AEC-114A7413F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00BF4B-8479-8AFF-CA53-B63C72D632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E20B89-C40B-BD91-10D6-05B87B1C0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A0FC91-4B0E-F57D-6FF8-2943047A2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109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C7142-D6C8-742B-156D-89690ECDA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3F19B84-3D6D-2444-221C-5EC1A851BE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9193D9-83E4-2A9D-39B6-EBD97CFDE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10FC9-8896-10EB-F8B3-BDBB75AAC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BA2A8C-801F-F1BA-EDEC-6D40BF738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7797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D59B3F-F60A-7F84-0EEF-215A4BC7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BA10DC-E5C2-BC1D-9B9B-4DED4F456D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54A3621-AD83-48D6-B5C4-51B28828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07C61E-E1BC-E56E-91A8-10EEEE365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E7A2A4-7F4D-3368-AAB4-A2053C17E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5629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A8E710F-5208-72AB-D3A7-67F48ABD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0EAA63-4C18-B22C-0F89-A0C63D8A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7394A3-0808-1108-F192-F33EC5D783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F46959-3755-42C6-A836-92F078C95403}" type="datetimeFigureOut">
              <a:rPr lang="ko-KR" altLang="en-US" smtClean="0"/>
              <a:t>2025-04-03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62FF1-D4F2-F611-0F14-E9975A2401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204C58-52A9-835F-708A-5231C0599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BF5438-D7DA-4C1D-9B84-25AD91F66EB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6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hegRTL7Xp4w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postman.com/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gi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DB3970-85DF-154B-4E7A-DDF0FC044C61}"/>
              </a:ext>
            </a:extLst>
          </p:cNvPr>
          <p:cNvSpPr txBox="1"/>
          <p:nvPr/>
        </p:nvSpPr>
        <p:spPr>
          <a:xfrm>
            <a:off x="595619" y="1920664"/>
            <a:ext cx="9157981" cy="19283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88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It’s Your </a:t>
            </a:r>
            <a:r>
              <a:rPr lang="en-US" altLang="ko-KR" sz="8800" dirty="0">
                <a:solidFill>
                  <a:srgbClr val="FCAF16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Life</a:t>
            </a:r>
          </a:p>
        </p:txBody>
      </p:sp>
      <p:pic>
        <p:nvPicPr>
          <p:cNvPr id="1026" name="Picture 2" descr="KB금융그룹 - 위키백과, 우리 모두의 백과사전">
            <a:extLst>
              <a:ext uri="{FF2B5EF4-FFF2-40B4-BE49-F238E27FC236}">
                <a16:creationId xmlns:a16="http://schemas.microsoft.com/office/drawing/2014/main" id="{942DC9FA-7646-5691-155D-A0F52EF6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619" y="733454"/>
            <a:ext cx="3662345" cy="118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FB9A00C6-FDE4-E63D-B0A0-A4DBF36355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4691" y="4141913"/>
            <a:ext cx="3177309" cy="25498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6C4D309-2C53-E2E4-716D-AF4AC3E1D578}"/>
              </a:ext>
            </a:extLst>
          </p:cNvPr>
          <p:cNvSpPr txBox="1"/>
          <p:nvPr/>
        </p:nvSpPr>
        <p:spPr>
          <a:xfrm>
            <a:off x="7573439" y="5627440"/>
            <a:ext cx="1684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dirty="0">
                <a:solidFill>
                  <a:srgbClr val="776C6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with</a:t>
            </a:r>
            <a:endParaRPr lang="ko-KR" altLang="en-US" sz="5400" dirty="0">
              <a:solidFill>
                <a:srgbClr val="776C6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41927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만들어 볼까요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63" b="14759"/>
          <a:stretch/>
        </p:blipFill>
        <p:spPr bwMode="auto">
          <a:xfrm>
            <a:off x="186055" y="152401"/>
            <a:ext cx="8175625" cy="5783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8493760" y="1173200"/>
            <a:ext cx="36572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3"/>
              </a:rPr>
              <a:t>https://</a:t>
            </a:r>
            <a:r>
              <a:rPr lang="ko-KR" altLang="en-US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3"/>
              </a:rPr>
              <a:t>youtu.be/hegRTL7Xp4w</a:t>
            </a: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31745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만들어 볼까요 - 내 맘대로 텔레비전_#0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5" y="233362"/>
            <a:ext cx="6164156" cy="4623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만들어 볼까요 - 부엉이 방문걸이_#0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460340"/>
            <a:ext cx="6722745" cy="5042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0546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JSON SERVER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세팅하기</a:t>
            </a:r>
          </a:p>
        </p:txBody>
      </p:sp>
    </p:spTree>
    <p:extLst>
      <p:ext uri="{BB962C8B-B14F-4D97-AF65-F5344CB8AC3E}">
        <p14:creationId xmlns:p14="http://schemas.microsoft.com/office/powerpoint/2010/main" val="2860104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0FCF4FE-5DB9-9999-835C-8BE713DAE3E8}"/>
              </a:ext>
            </a:extLst>
          </p:cNvPr>
          <p:cNvSpPr txBox="1"/>
          <p:nvPr/>
        </p:nvSpPr>
        <p:spPr>
          <a:xfrm>
            <a:off x="-1" y="0"/>
            <a:ext cx="8617527" cy="69865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todos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[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"1"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첫 과제 제출 하기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이거 어떻게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하는거죠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!?"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"2"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페이커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숭배하기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여러분 숭배할 시간입니다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진짜 이번 우승 까지는 안바랍니다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ㅎㅎㅎㅎ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"3"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"Vue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학습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"Vue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부수기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"4"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코테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정복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"desc"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취업용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코테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까지만 </a:t>
            </a:r>
            <a:r>
              <a:rPr lang="ko-KR" altLang="en-US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퐈이팅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!!"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"done"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false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],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"users"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[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"id"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"12"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"password"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: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"12“</a:t>
            </a: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}]}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7035469" y="-14514"/>
            <a:ext cx="1582057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db.json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4184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BFF5A6C-8350-6D98-414E-E6030C3D3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91" y="117356"/>
            <a:ext cx="8065597" cy="2492494"/>
          </a:xfrm>
          <a:prstGeom prst="rect">
            <a:avLst/>
          </a:prstGeom>
        </p:spPr>
      </p:pic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437DECB5-F42C-7F4A-1D69-DE461426B082}"/>
              </a:ext>
            </a:extLst>
          </p:cNvPr>
          <p:cNvSpPr/>
          <p:nvPr/>
        </p:nvSpPr>
        <p:spPr>
          <a:xfrm>
            <a:off x="6915150" y="700971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npm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install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-server</a:t>
            </a: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747A102-D77E-32C9-AE00-0FF906EB28AC}"/>
              </a:ext>
            </a:extLst>
          </p:cNvPr>
          <p:cNvCxnSpPr>
            <a:cxnSpLocks/>
          </p:cNvCxnSpPr>
          <p:nvPr/>
        </p:nvCxnSpPr>
        <p:spPr>
          <a:xfrm>
            <a:off x="2628900" y="685800"/>
            <a:ext cx="4638675" cy="59055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그림 10">
            <a:extLst>
              <a:ext uri="{FF2B5EF4-FFF2-40B4-BE49-F238E27FC236}">
                <a16:creationId xmlns:a16="http://schemas.microsoft.com/office/drawing/2014/main" id="{3398A670-6A3D-5493-7117-7E6B1AB7B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90" y="2676306"/>
            <a:ext cx="7106433" cy="4064338"/>
          </a:xfrm>
          <a:prstGeom prst="rect">
            <a:avLst/>
          </a:prstGeom>
        </p:spPr>
      </p:pic>
      <p:sp>
        <p:nvSpPr>
          <p:cNvPr id="12" name="사각형: 둥근 모서리 8">
            <a:extLst>
              <a:ext uri="{FF2B5EF4-FFF2-40B4-BE49-F238E27FC236}">
                <a16:creationId xmlns:a16="http://schemas.microsoft.com/office/drawing/2014/main" id="{5B7302FA-9AB0-7DFD-8067-5F682ABA30BC}"/>
              </a:ext>
            </a:extLst>
          </p:cNvPr>
          <p:cNvSpPr/>
          <p:nvPr/>
        </p:nvSpPr>
        <p:spPr>
          <a:xfrm>
            <a:off x="7391400" y="3149719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npx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-server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db.json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실행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A239E1E-BDBE-58A2-FBEC-BE83B3918A3C}"/>
              </a:ext>
            </a:extLst>
          </p:cNvPr>
          <p:cNvCxnSpPr>
            <a:cxnSpLocks/>
          </p:cNvCxnSpPr>
          <p:nvPr/>
        </p:nvCxnSpPr>
        <p:spPr>
          <a:xfrm>
            <a:off x="2990850" y="3149719"/>
            <a:ext cx="4752975" cy="57537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585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21A772AC-F0D4-4251-EE20-C2A12C177E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343"/>
          <a:stretch/>
        </p:blipFill>
        <p:spPr>
          <a:xfrm>
            <a:off x="88515" y="76199"/>
            <a:ext cx="7106433" cy="920869"/>
          </a:xfrm>
          <a:prstGeom prst="rect">
            <a:avLst/>
          </a:prstGeom>
        </p:spPr>
      </p:pic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3E652354-C3C8-6C7C-E6BC-B4D72EC41D44}"/>
              </a:ext>
            </a:extLst>
          </p:cNvPr>
          <p:cNvSpPr/>
          <p:nvPr/>
        </p:nvSpPr>
        <p:spPr>
          <a:xfrm>
            <a:off x="6505575" y="319971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엔드 포인트가 잘 작동하는지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확인해 봅시다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E44D113-C9F2-F449-24AE-F3B25BC8F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5" y="1890478"/>
            <a:ext cx="5277587" cy="3362794"/>
          </a:xfrm>
          <a:prstGeom prst="rect">
            <a:avLst/>
          </a:prstGeom>
        </p:spPr>
      </p:pic>
      <p:pic>
        <p:nvPicPr>
          <p:cNvPr id="1028" name="Picture 4" descr="요근래 봤던 거 같은데 혹시 '아쉽게 된 거지' 드립 나온 영상 아시는 분 계실까요? - 🍳추천 침투부 &amp; 찾아요 - 침하하">
            <a:extLst>
              <a:ext uri="{FF2B5EF4-FFF2-40B4-BE49-F238E27FC236}">
                <a16:creationId xmlns:a16="http://schemas.microsoft.com/office/drawing/2014/main" id="{D2BB29BC-7F23-3E9F-2B80-526E5FF302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562" y="1890478"/>
            <a:ext cx="4904347" cy="4253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05836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 descr="역사적으로도 이게 약이었다 - 뽐뿌:짤방갤러리">
            <a:extLst>
              <a:ext uri="{FF2B5EF4-FFF2-40B4-BE49-F238E27FC236}">
                <a16:creationId xmlns:a16="http://schemas.microsoft.com/office/drawing/2014/main" id="{7ECE4E9B-028D-2A90-10C5-B23E465A6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025" y="516731"/>
            <a:ext cx="5769975" cy="5824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8538EA1-56C6-41F1-2A56-D2D94A3B6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037437">
            <a:off x="1025815" y="2261568"/>
            <a:ext cx="4912151" cy="16871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7D53ECF-DF0D-099A-1ADD-A23A4E05DCA3}"/>
              </a:ext>
            </a:extLst>
          </p:cNvPr>
          <p:cNvSpPr txBox="1"/>
          <p:nvPr/>
        </p:nvSpPr>
        <p:spPr>
          <a:xfrm>
            <a:off x="6448425" y="2076451"/>
            <a:ext cx="55128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  <a:hlinkClick r:id="rId4"/>
              </a:rPr>
              <a:t>https://www.postman.com/</a:t>
            </a:r>
            <a:endParaRPr lang="ko-KR" altLang="en-US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60F59EFE-2840-9195-C61C-8109307DFE91}"/>
              </a:ext>
            </a:extLst>
          </p:cNvPr>
          <p:cNvSpPr/>
          <p:nvPr/>
        </p:nvSpPr>
        <p:spPr>
          <a:xfrm>
            <a:off x="6523456" y="517883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전통의 강자인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POSTMAN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친숙해 집시다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~!</a:t>
            </a:r>
          </a:p>
        </p:txBody>
      </p:sp>
    </p:spTree>
    <p:extLst>
      <p:ext uri="{BB962C8B-B14F-4D97-AF65-F5344CB8AC3E}">
        <p14:creationId xmlns:p14="http://schemas.microsoft.com/office/powerpoint/2010/main" val="215708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79DD8FB8-F1DE-AABE-5CF2-08FEF5C6B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25" y="123359"/>
            <a:ext cx="5866157" cy="4991566"/>
          </a:xfrm>
          <a:prstGeom prst="rect">
            <a:avLst/>
          </a:prstGeom>
        </p:spPr>
      </p:pic>
      <p:sp>
        <p:nvSpPr>
          <p:cNvPr id="6" name="오른쪽 화살표 6">
            <a:extLst>
              <a:ext uri="{FF2B5EF4-FFF2-40B4-BE49-F238E27FC236}">
                <a16:creationId xmlns:a16="http://schemas.microsoft.com/office/drawing/2014/main" id="{24F56451-29D6-5316-96F2-FE8DFF93BDD8}"/>
              </a:ext>
            </a:extLst>
          </p:cNvPr>
          <p:cNvSpPr/>
          <p:nvPr/>
        </p:nvSpPr>
        <p:spPr>
          <a:xfrm rot="12498005">
            <a:off x="1844677" y="2147833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4AF88334-4F5C-A9E8-68F7-E87538564D15}"/>
              </a:ext>
            </a:extLst>
          </p:cNvPr>
          <p:cNvSpPr/>
          <p:nvPr/>
        </p:nvSpPr>
        <p:spPr>
          <a:xfrm>
            <a:off x="6294856" y="946508"/>
            <a:ext cx="47625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각자 자신의 컴퓨터에 맞는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POSTMAN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을 설치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4234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CC9C2B6-C9C1-F901-471C-825374243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13" y="133202"/>
            <a:ext cx="5363323" cy="211484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2C3E51EB-C91B-6DA0-FE8B-825CFF0A6C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409" y="133202"/>
            <a:ext cx="6468378" cy="3915321"/>
          </a:xfrm>
          <a:prstGeom prst="rect">
            <a:avLst/>
          </a:prstGeom>
        </p:spPr>
      </p:pic>
      <p:pic>
        <p:nvPicPr>
          <p:cNvPr id="3074" name="Picture 2" descr="칭찬 박수 레오나르도 디카프리오 잘했어 좋아 그래 그거야 영화 배우 헐리우드&#10;&lt;script src=">
            <a:extLst>
              <a:ext uri="{FF2B5EF4-FFF2-40B4-BE49-F238E27FC236}">
                <a16:creationId xmlns:a16="http://schemas.microsoft.com/office/drawing/2014/main" id="{2A988809-1053-48E9-6263-8EE13DF8E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936" y="2400154"/>
            <a:ext cx="4419600" cy="4419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1390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로그인을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구현해 봅시다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04989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토꾸 on X: &quot;갑자기 셒구 짤 타래 💖 캡쳐할 때마다 이어요 가... 갑자기요? 거절 아차 많아요  https://t.co/f7EVd7zJXD&quot; / X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8" y="266700"/>
            <a:ext cx="6359525" cy="634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직사각형 3"/>
          <p:cNvSpPr/>
          <p:nvPr/>
        </p:nvSpPr>
        <p:spPr>
          <a:xfrm>
            <a:off x="7372350" y="266700"/>
            <a:ext cx="3733800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"users"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[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]}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7174" name="Picture 6" descr="계획대로야 짤 [데스노트, 야가미 라이토]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2350" y="2127961"/>
            <a:ext cx="3733800" cy="473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8115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사극에 나오는 머슴 특징 | (백업)유머 게시판(2018-2020) | RULIWE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4" y="427037"/>
            <a:ext cx="9369425" cy="617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0" y="427037"/>
            <a:ext cx="5143500" cy="2833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최고의 코딩 학습법은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일단 구현하고 보는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상놈식</a:t>
            </a:r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코딩이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최고라고 </a:t>
            </a:r>
            <a:r>
              <a:rPr lang="ko-KR" altLang="en-US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들었구만유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~~~</a:t>
            </a:r>
          </a:p>
        </p:txBody>
      </p:sp>
    </p:spTree>
    <p:extLst>
      <p:ext uri="{BB962C8B-B14F-4D97-AF65-F5344CB8AC3E}">
        <p14:creationId xmlns:p14="http://schemas.microsoft.com/office/powerpoint/2010/main" val="291700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만들기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973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A6A19E9-CEE3-749B-9B85-BE4C38EE4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79" y="71510"/>
            <a:ext cx="3289765" cy="6703205"/>
          </a:xfrm>
          <a:prstGeom prst="rect">
            <a:avLst/>
          </a:prstGeom>
        </p:spPr>
      </p:pic>
      <p:sp>
        <p:nvSpPr>
          <p:cNvPr id="2" name="사각형: 둥근 모서리 5">
            <a:extLst>
              <a:ext uri="{FF2B5EF4-FFF2-40B4-BE49-F238E27FC236}">
                <a16:creationId xmlns:a16="http://schemas.microsoft.com/office/drawing/2014/main" id="{01EF004F-9C1A-762A-3E6B-15939F89EEB0}"/>
              </a:ext>
            </a:extLst>
          </p:cNvPr>
          <p:cNvSpPr/>
          <p:nvPr/>
        </p:nvSpPr>
        <p:spPr>
          <a:xfrm>
            <a:off x="3740727" y="71510"/>
            <a:ext cx="5143500" cy="2833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금일 제출 과제 및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TodoList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구현은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 프로젝트에서 같이</a:t>
            </a:r>
            <a:endParaRPr lang="en-US" altLang="ko-KR" sz="32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진행하겠습니다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68134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axios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설치하기</a:t>
            </a:r>
          </a:p>
        </p:txBody>
      </p:sp>
    </p:spTree>
    <p:extLst>
      <p:ext uri="{BB962C8B-B14F-4D97-AF65-F5344CB8AC3E}">
        <p14:creationId xmlns:p14="http://schemas.microsoft.com/office/powerpoint/2010/main" val="3513952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C93D7C-F0E1-92DD-9128-9A8742BEC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8" y="203200"/>
            <a:ext cx="9390515" cy="5680769"/>
          </a:xfrm>
          <a:prstGeom prst="rect">
            <a:avLst/>
          </a:prstGeom>
        </p:spPr>
      </p:pic>
      <p:sp>
        <p:nvSpPr>
          <p:cNvPr id="5" name="오른쪽 화살표 4"/>
          <p:cNvSpPr/>
          <p:nvPr/>
        </p:nvSpPr>
        <p:spPr>
          <a:xfrm rot="19577318">
            <a:off x="6294007" y="4569734"/>
            <a:ext cx="800100" cy="62865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E7A1AD2-3BC5-3082-7E2F-DC58A3FF16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475" y="304800"/>
            <a:ext cx="5512525" cy="214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222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53" y="1498402"/>
            <a:ext cx="10254615" cy="5092897"/>
          </a:xfrm>
          <a:prstGeom prst="rect">
            <a:avLst/>
          </a:prstGeom>
        </p:spPr>
      </p:pic>
      <p:pic>
        <p:nvPicPr>
          <p:cNvPr id="9220" name="Picture 4" descr="React] Axios 로딩 문제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061" y="1498402"/>
            <a:ext cx="5563054" cy="2494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4367536" y="163615"/>
            <a:ext cx="6522137" cy="16691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귀찮은 건 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 </a:t>
            </a:r>
            <a:r>
              <a:rPr lang="ko-KR" altLang="en-US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맨이 처리 </a:t>
            </a:r>
            <a:r>
              <a:rPr lang="ko-KR" altLang="en-US" sz="32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했으니안심하라구</a:t>
            </a:r>
            <a:r>
              <a:rPr lang="en-US" altLang="ko-KR" sz="32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939393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라우터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세팅하기</a:t>
            </a:r>
          </a:p>
        </p:txBody>
      </p:sp>
    </p:spTree>
    <p:extLst>
      <p:ext uri="{BB962C8B-B14F-4D97-AF65-F5344CB8AC3E}">
        <p14:creationId xmlns:p14="http://schemas.microsoft.com/office/powerpoint/2010/main" val="3692808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E64A2827-02F4-6C13-C4FC-D5DFD8ED5096}"/>
              </a:ext>
            </a:extLst>
          </p:cNvPr>
          <p:cNvSpPr txBox="1"/>
          <p:nvPr/>
        </p:nvSpPr>
        <p:spPr>
          <a:xfrm>
            <a:off x="71582" y="234246"/>
            <a:ext cx="7964054" cy="5478423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createRouter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history: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createWebHistory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env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routes: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[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'home'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component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HomePage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component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'../pages/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LoginPage.vue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component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'../pages/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TodoPage.vue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],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3400" y="234246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기본 페이지로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Home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 연결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001818" y="818050"/>
            <a:ext cx="5275407" cy="79341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3400" y="1564725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로그인은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페이지로 연결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288145" y="2161268"/>
            <a:ext cx="4989080" cy="68394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2895204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로그인을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해야만 볼 수 있는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001818" y="3537527"/>
            <a:ext cx="5275407" cy="58082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8150225" y="4231961"/>
            <a:ext cx="4038600" cy="119308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인가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통과해야만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볼 수 있도록 설정하는 옵션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061527" y="4724981"/>
            <a:ext cx="3215698" cy="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16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13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8DFD-9127-8AD0-C561-6217ADFE4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0AF3CC4-AC07-6D7A-1684-BDAD9280D685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프록시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설정하기</a:t>
            </a:r>
          </a:p>
        </p:txBody>
      </p:sp>
    </p:spTree>
    <p:extLst>
      <p:ext uri="{BB962C8B-B14F-4D97-AF65-F5344CB8AC3E}">
        <p14:creationId xmlns:p14="http://schemas.microsoft.com/office/powerpoint/2010/main" val="1476762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51657E-E28E-6523-2ABD-B5D02EA378BA}"/>
              </a:ext>
            </a:extLst>
          </p:cNvPr>
          <p:cNvSpPr txBox="1"/>
          <p:nvPr/>
        </p:nvSpPr>
        <p:spPr>
          <a:xfrm>
            <a:off x="107373" y="107202"/>
            <a:ext cx="9097818" cy="445250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export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default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defineConfig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plugins: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[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vue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()],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resolve: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alias: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'@'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fileURLToPath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new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EC9B0"/>
                </a:solidFill>
                <a:effectLst/>
                <a:latin typeface="Jetbrains Mono" panose="02000009000000000000" pitchFamily="49" charset="0"/>
              </a:rPr>
              <a:t>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'./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src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server: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proxy: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target: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'http://localhost:3000'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changeOrigin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true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rewrite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path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replace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D16969"/>
                </a:solidFill>
                <a:effectLst/>
                <a:latin typeface="Jetbrains Mono" panose="02000009000000000000" pitchFamily="49" charset="0"/>
              </a:rPr>
              <a:t>/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^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Jetbrains Mono" panose="02000009000000000000" pitchFamily="49" charset="0"/>
              </a:rPr>
              <a:t>\/</a:t>
            </a:r>
            <a:r>
              <a:rPr lang="en-US" altLang="ko-KR" b="0" dirty="0" err="1">
                <a:solidFill>
                  <a:srgbClr val="D16969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D16969"/>
                </a:solidFill>
                <a:effectLst/>
                <a:latin typeface="Jetbrains Mono" panose="02000009000000000000" pitchFamily="49" charset="0"/>
              </a:rPr>
              <a:t>/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},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},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92955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09D2C-D317-1FA5-7F84-ADC0D48B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7BF3E98-CD9E-A529-E740-DF16CE65271E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페이지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작업하기</a:t>
            </a:r>
          </a:p>
        </p:txBody>
      </p:sp>
    </p:spTree>
    <p:extLst>
      <p:ext uri="{BB962C8B-B14F-4D97-AF65-F5344CB8AC3E}">
        <p14:creationId xmlns:p14="http://schemas.microsoft.com/office/powerpoint/2010/main" val="140927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EC9A940-7555-FD24-A2D0-55F7D250A935}"/>
              </a:ext>
            </a:extLst>
          </p:cNvPr>
          <p:cNvSpPr txBox="1"/>
          <p:nvPr/>
        </p:nvSpPr>
        <p:spPr>
          <a:xfrm>
            <a:off x="238122" y="2521281"/>
            <a:ext cx="6883111" cy="18876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TODO PAGE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0AC02-117F-6943-C999-01F9DA4B7CE3}"/>
              </a:ext>
            </a:extLst>
          </p:cNvPr>
          <p:cNvSpPr txBox="1"/>
          <p:nvPr/>
        </p:nvSpPr>
        <p:spPr>
          <a:xfrm>
            <a:off x="238123" y="241638"/>
            <a:ext cx="6883111" cy="188769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HOME PAGE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5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4533900" y="241638"/>
            <a:ext cx="2587336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HomePage.vue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4533900" y="2527638"/>
            <a:ext cx="2587335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46544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82880" y="127000"/>
            <a:ext cx="10770870" cy="480131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Login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아이디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br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패스워드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"password"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userPassword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br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login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로그인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/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로그아웃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 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smtClean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 smtClean="0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userId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userPassword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8" name="사각형: 둥근 모서리 5">
            <a:extLst>
              <a:ext uri="{FF2B5EF4-FFF2-40B4-BE49-F238E27FC236}">
                <a16:creationId xmlns:a16="http://schemas.microsoft.com/office/drawing/2014/main" id="{91487BA2-F7B2-5C8A-D2AB-9ACAA234F152}"/>
              </a:ext>
            </a:extLst>
          </p:cNvPr>
          <p:cNvSpPr/>
          <p:nvPr/>
        </p:nvSpPr>
        <p:spPr>
          <a:xfrm>
            <a:off x="8016875" y="127000"/>
            <a:ext cx="2936875" cy="78105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LoginPage.vue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78329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AD27153-C271-29B7-1982-F8C699877E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76" y="285630"/>
            <a:ext cx="4525006" cy="215677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FBA8BF8-86F4-238A-F862-53AC2C0857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7314" y="285630"/>
            <a:ext cx="5229955" cy="281979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536E70-B6BF-A261-E39A-BA71ADF4D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176" y="2680855"/>
            <a:ext cx="4525006" cy="2067213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50165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 기능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추가하기</a:t>
            </a:r>
          </a:p>
        </p:txBody>
      </p:sp>
    </p:spTree>
    <p:extLst>
      <p:ext uri="{BB962C8B-B14F-4D97-AF65-F5344CB8AC3E}">
        <p14:creationId xmlns:p14="http://schemas.microsoft.com/office/powerpoint/2010/main" val="12614254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A07337C-0F5C-63AD-65BC-7D635D0E65DC}"/>
              </a:ext>
            </a:extLst>
          </p:cNvPr>
          <p:cNvSpPr txBox="1"/>
          <p:nvPr/>
        </p:nvSpPr>
        <p:spPr>
          <a:xfrm>
            <a:off x="54768" y="75278"/>
            <a:ext cx="8432007" cy="4965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통신 결과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15" name="사각형: 둥근 모서리 8">
            <a:extLst>
              <a:ext uri="{FF2B5EF4-FFF2-40B4-BE49-F238E27FC236}">
                <a16:creationId xmlns:a16="http://schemas.microsoft.com/office/drawing/2014/main" id="{7AE90D18-9A5F-ACB0-FCF6-E074E0C39954}"/>
              </a:ext>
            </a:extLst>
          </p:cNvPr>
          <p:cNvSpPr/>
          <p:nvPr/>
        </p:nvSpPr>
        <p:spPr>
          <a:xfrm>
            <a:off x="7589838" y="232736"/>
            <a:ext cx="4368800" cy="6911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사용을 위한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임포트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A857E3ED-D7A0-35A5-EFBD-4AEEE1E6A4B7}"/>
              </a:ext>
            </a:extLst>
          </p:cNvPr>
          <p:cNvCxnSpPr>
            <a:cxnSpLocks/>
          </p:cNvCxnSpPr>
          <p:nvPr/>
        </p:nvCxnSpPr>
        <p:spPr>
          <a:xfrm>
            <a:off x="3819525" y="519540"/>
            <a:ext cx="3895725" cy="900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사각형: 둥근 모서리 8">
            <a:extLst>
              <a:ext uri="{FF2B5EF4-FFF2-40B4-BE49-F238E27FC236}">
                <a16:creationId xmlns:a16="http://schemas.microsoft.com/office/drawing/2014/main" id="{70E8B5F7-6174-ECD7-0D70-067BB86DE033}"/>
              </a:ext>
            </a:extLst>
          </p:cNvPr>
          <p:cNvSpPr/>
          <p:nvPr/>
        </p:nvSpPr>
        <p:spPr>
          <a:xfrm>
            <a:off x="7589838" y="1054258"/>
            <a:ext cx="4368800" cy="96504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Proxy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처리한 기본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api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BASE_URL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선언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2FD397B9-B618-0865-4C64-582C510854E4}"/>
              </a:ext>
            </a:extLst>
          </p:cNvPr>
          <p:cNvCxnSpPr>
            <a:cxnSpLocks/>
          </p:cNvCxnSpPr>
          <p:nvPr/>
        </p:nvCxnSpPr>
        <p:spPr>
          <a:xfrm>
            <a:off x="3571875" y="1030310"/>
            <a:ext cx="4143375" cy="40081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022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627DA-F376-FADC-8C16-A4E827049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B7318DA-59E1-8C20-7C1A-6DC095DA05D3}"/>
              </a:ext>
            </a:extLst>
          </p:cNvPr>
          <p:cNvSpPr txBox="1"/>
          <p:nvPr/>
        </p:nvSpPr>
        <p:spPr>
          <a:xfrm>
            <a:off x="54768" y="75278"/>
            <a:ext cx="8432007" cy="4965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 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통신 결과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21BF0258-6130-120C-861B-1746C2E4681E}"/>
              </a:ext>
            </a:extLst>
          </p:cNvPr>
          <p:cNvSpPr/>
          <p:nvPr/>
        </p:nvSpPr>
        <p:spPr>
          <a:xfrm>
            <a:off x="7823200" y="970939"/>
            <a:ext cx="4368800" cy="1099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users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정보 요청을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위한 주소 설정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75FBB05-8F3E-EEA2-EB48-B4667C29FD62}"/>
              </a:ext>
            </a:extLst>
          </p:cNvPr>
          <p:cNvCxnSpPr>
            <a:cxnSpLocks/>
          </p:cNvCxnSpPr>
          <p:nvPr/>
        </p:nvCxnSpPr>
        <p:spPr>
          <a:xfrm flipV="1">
            <a:off x="5899150" y="1635760"/>
            <a:ext cx="2240758" cy="37445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사각형: 둥근 모서리 8">
            <a:extLst>
              <a:ext uri="{FF2B5EF4-FFF2-40B4-BE49-F238E27FC236}">
                <a16:creationId xmlns:a16="http://schemas.microsoft.com/office/drawing/2014/main" id="{FDAE14DD-E40B-9F5F-293C-DC8BB5A1F6B6}"/>
              </a:ext>
            </a:extLst>
          </p:cNvPr>
          <p:cNvSpPr/>
          <p:nvPr/>
        </p:nvSpPr>
        <p:spPr>
          <a:xfrm>
            <a:off x="7823200" y="2390931"/>
            <a:ext cx="4368800" cy="32933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메서드로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서버에 요청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요청에 대한 응답을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loginRes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담아주기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시간이 드는 통신 작업이므로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await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필수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885BE63-F36F-DC49-23C0-28C932982F6E}"/>
              </a:ext>
            </a:extLst>
          </p:cNvPr>
          <p:cNvCxnSpPr>
            <a:cxnSpLocks/>
          </p:cNvCxnSpPr>
          <p:nvPr/>
        </p:nvCxnSpPr>
        <p:spPr>
          <a:xfrm>
            <a:off x="6724650" y="2305050"/>
            <a:ext cx="1415258" cy="74295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사각형: 둥근 모서리 8">
            <a:extLst>
              <a:ext uri="{FF2B5EF4-FFF2-40B4-BE49-F238E27FC236}">
                <a16:creationId xmlns:a16="http://schemas.microsoft.com/office/drawing/2014/main" id="{828605A4-F933-C549-FF2E-54067234AA59}"/>
              </a:ext>
            </a:extLst>
          </p:cNvPr>
          <p:cNvSpPr/>
          <p:nvPr/>
        </p:nvSpPr>
        <p:spPr>
          <a:xfrm>
            <a:off x="3005138" y="4153793"/>
            <a:ext cx="3454400" cy="13729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서버의 응답 결과를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console.log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출력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97C9788-FF23-52C8-61D4-D761E466C590}"/>
              </a:ext>
            </a:extLst>
          </p:cNvPr>
          <p:cNvCxnSpPr>
            <a:cxnSpLocks/>
          </p:cNvCxnSpPr>
          <p:nvPr/>
        </p:nvCxnSpPr>
        <p:spPr>
          <a:xfrm flipH="1">
            <a:off x="4610100" y="3048000"/>
            <a:ext cx="952500" cy="132397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50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 animBg="1"/>
      <p:bldP spid="1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5FFDB4A9-DDB5-12CD-BF1F-02F899DF82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9" y="104607"/>
            <a:ext cx="11579460" cy="3895893"/>
          </a:xfrm>
          <a:prstGeom prst="rect">
            <a:avLst/>
          </a:prstGeom>
        </p:spPr>
      </p:pic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1131863"/>
            <a:ext cx="4368800" cy="1099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 응답이 성공적이므로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200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번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status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응답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3543300" y="693629"/>
            <a:ext cx="4521200" cy="95361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2818288"/>
            <a:ext cx="4368800" cy="27572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 응답에 대한 데이터는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loginRes.data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담겨서 전달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원래는 직접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형태의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데이터를 다시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객체로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변경해 주는 작업을 해줘야만 함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266950" y="1056775"/>
            <a:ext cx="5905500" cy="22103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/>
          <p:cNvGrpSpPr/>
          <p:nvPr/>
        </p:nvGrpSpPr>
        <p:grpSpPr>
          <a:xfrm>
            <a:off x="484451" y="3174745"/>
            <a:ext cx="6499118" cy="3227751"/>
            <a:chOff x="259953" y="1498402"/>
            <a:chExt cx="10254615" cy="5092897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59953" y="1498402"/>
              <a:ext cx="10254615" cy="5092897"/>
            </a:xfrm>
            <a:prstGeom prst="rect">
              <a:avLst/>
            </a:prstGeom>
          </p:spPr>
        </p:pic>
        <p:pic>
          <p:nvPicPr>
            <p:cNvPr id="13" name="Picture 4" descr="React] Axios 로딩 문제"/>
            <p:cNvPicPr>
              <a:picLocks noChangeAspect="1" noChangeArrowheads="1"/>
            </p:cNvPicPr>
            <p:nvPr/>
          </p:nvPicPr>
          <p:blipFill>
            <a:blip r:embed="rId4" cstate="hq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73061" y="1498402"/>
              <a:ext cx="5563054" cy="24941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93365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79FC18-AB35-C27F-DE20-5814340131E0}"/>
              </a:ext>
            </a:extLst>
          </p:cNvPr>
          <p:cNvSpPr txBox="1"/>
          <p:nvPr/>
        </p:nvSpPr>
        <p:spPr>
          <a:xfrm>
            <a:off x="4257404" y="180995"/>
            <a:ext cx="7883795" cy="34265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백엔드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 유저 데이터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: 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0" y="1588638"/>
            <a:ext cx="4066905" cy="286232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"users"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[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xenosign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"1234"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]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986D998-DB00-2462-5941-B496C705F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7403" y="3920009"/>
            <a:ext cx="7782855" cy="1728315"/>
          </a:xfrm>
          <a:prstGeom prst="rect">
            <a:avLst/>
          </a:prstGeom>
        </p:spPr>
      </p:pic>
      <p:pic>
        <p:nvPicPr>
          <p:cNvPr id="12290" name="Picture 2" descr="What is a Database?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200"/>
            <a:ext cx="1365849" cy="144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933700" y="1666875"/>
            <a:ext cx="1924050" cy="64452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H="1">
            <a:off x="8477250" y="2381250"/>
            <a:ext cx="1019175" cy="19050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1438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7F279-68AB-1A58-D981-EEF172B5352E}"/>
              </a:ext>
            </a:extLst>
          </p:cNvPr>
          <p:cNvSpPr txBox="1"/>
          <p:nvPr/>
        </p:nvSpPr>
        <p:spPr>
          <a:xfrm>
            <a:off x="135731" y="98920"/>
            <a:ext cx="11646694" cy="496546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userId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undefined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해당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ID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를 가지는 사용자가 존재하지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304800"/>
            <a:ext cx="4368800" cy="1397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 배열 중에서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가지는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있는지를 찾는 과정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029325" y="990601"/>
            <a:ext cx="2047875" cy="85711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49394" y="3685541"/>
            <a:ext cx="4368800" cy="1397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사용자를 찾지 못할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없다는 경고 메시지를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띄우고 로그인 과정 종료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276725" y="3479661"/>
            <a:ext cx="3800475" cy="67323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126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131303" y="153538"/>
            <a:ext cx="4066905" cy="17543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"users"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[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"id"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"password"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: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"12"</a:t>
            </a:r>
            <a:endParaRPr lang="en-US" altLang="ko-KR" dirty="0">
              <a:solidFill>
                <a:srgbClr val="D4D4D4"/>
              </a:solidFill>
              <a:latin typeface="Jetbrains Mono" panose="02000009000000000000" pitchFamily="49" charset="0"/>
            </a:endParaRP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]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0C5E554-2D70-2BEA-A4B8-40DF0B37E3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03" y="2119106"/>
            <a:ext cx="11717385" cy="2962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239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796CA92-D438-CFD9-CE11-69B75ABFA4E7}"/>
              </a:ext>
            </a:extLst>
          </p:cNvPr>
          <p:cNvSpPr txBox="1"/>
          <p:nvPr/>
        </p:nvSpPr>
        <p:spPr>
          <a:xfrm>
            <a:off x="71437" y="70416"/>
            <a:ext cx="11444287" cy="624786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userId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undefined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해당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ID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를 가지는 사용자가 존재하지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password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!==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userPassword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비밀번호가 일치하지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성공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266700"/>
            <a:ext cx="4368800" cy="28892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입력받은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일치하는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사용자가 있을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비밀번호를 비교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일치 하지 않을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불일치 메시지와 함께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과정 종료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086225" y="1485901"/>
            <a:ext cx="3990975" cy="208597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23200" y="3782334"/>
            <a:ext cx="4368800" cy="242252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비밀번호 까지 일치하면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라는 항목에 값을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설정하여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&amp;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성공 메시지 출력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915025" y="4571437"/>
            <a:ext cx="2257425" cy="31488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1979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박수 짤 &gt; 짤톡 | 파일톡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7975" y="2285999"/>
            <a:ext cx="4166286" cy="3454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8854711D-8A8B-18C2-DB3B-4AC35BE4F2BA}"/>
              </a:ext>
            </a:extLst>
          </p:cNvPr>
          <p:cNvGrpSpPr/>
          <p:nvPr/>
        </p:nvGrpSpPr>
        <p:grpSpPr>
          <a:xfrm>
            <a:off x="209247" y="137907"/>
            <a:ext cx="6977670" cy="2336713"/>
            <a:chOff x="209247" y="137907"/>
            <a:chExt cx="6977670" cy="233671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84876D9C-13BE-530E-3489-DAF53F23F4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247" y="137907"/>
              <a:ext cx="3448353" cy="2336713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0824ED9-6D9B-9094-65B9-2CF6DFA8A42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14332" y="861921"/>
              <a:ext cx="4372585" cy="1305107"/>
            </a:xfrm>
            <a:prstGeom prst="rect">
              <a:avLst/>
            </a:prstGeom>
          </p:spPr>
        </p:pic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89E235EC-E303-E544-2B2B-19D47414B660}"/>
              </a:ext>
            </a:extLst>
          </p:cNvPr>
          <p:cNvGrpSpPr/>
          <p:nvPr/>
        </p:nvGrpSpPr>
        <p:grpSpPr>
          <a:xfrm>
            <a:off x="209247" y="2776446"/>
            <a:ext cx="7044355" cy="2867425"/>
            <a:chOff x="209247" y="2776446"/>
            <a:chExt cx="7044355" cy="2867425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B1ADDAEE-FC0E-0A83-FCB9-2F7FF2C76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9247" y="2776446"/>
              <a:ext cx="3172268" cy="2867425"/>
            </a:xfrm>
            <a:prstGeom prst="rect">
              <a:avLst/>
            </a:prstGeom>
          </p:spPr>
        </p:pic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BC52EAB2-B65F-5FAE-686B-6021CAC2F4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814332" y="3803649"/>
              <a:ext cx="4439270" cy="130510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8168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토꾸 on X: &quot;갑자기 셒구 짤 타래 💖 캡쳐할 때마다 이어요 가... 갑자기요? 거절 아차 많아요  https://t.co/f7EVd7zJXD&quot; / X">
            <a:extLst>
              <a:ext uri="{FF2B5EF4-FFF2-40B4-BE49-F238E27FC236}">
                <a16:creationId xmlns:a16="http://schemas.microsoft.com/office/drawing/2014/main" id="{6885A397-3A2D-D19D-3194-51BFA62673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288" y="254450"/>
            <a:ext cx="6359525" cy="634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간호대생을 위한 짤 모음.zip @줍줍할 거 많다 ㅋㅋㅋㅋ 가져가 ㅋㅋㅋ ✨간호사 준비는 간준모 - 간호사를 준비하는 모임✨">
            <a:extLst>
              <a:ext uri="{FF2B5EF4-FFF2-40B4-BE49-F238E27FC236}">
                <a16:creationId xmlns:a16="http://schemas.microsoft.com/office/drawing/2014/main" id="{9F710162-4D4E-7910-C88B-5EDD82899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9900" y="254450"/>
            <a:ext cx="4977886" cy="435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4405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94CAF-1FFB-EE20-6CF0-9C1A9F39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>
                <a:solidFill>
                  <a:schemeClr val="accent1"/>
                </a:solidFill>
              </a:rPr>
              <a:t>todo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페이지에 서버 </a:t>
            </a:r>
            <a:r>
              <a:rPr lang="en-US" altLang="ko-KR" dirty="0" err="1">
                <a:solidFill>
                  <a:schemeClr val="accent1"/>
                </a:solidFill>
              </a:rPr>
              <a:t>todo</a:t>
            </a:r>
            <a:r>
              <a:rPr lang="en-US" altLang="ko-KR" dirty="0">
                <a:solidFill>
                  <a:schemeClr val="accent1"/>
                </a:solidFill>
              </a:rPr>
              <a:t> </a:t>
            </a:r>
            <a:r>
              <a:rPr lang="ko-KR" altLang="en-US" dirty="0">
                <a:solidFill>
                  <a:schemeClr val="accent1"/>
                </a:solidFill>
              </a:rPr>
              <a:t>목록 출력 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C1D85-A5DC-06ED-DC94-CCBD508F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LoginPage.vue</a:t>
            </a:r>
            <a:r>
              <a:rPr lang="en-US" altLang="ko-KR" dirty="0"/>
              <a:t> </a:t>
            </a:r>
            <a:r>
              <a:rPr lang="ko-KR" altLang="en-US" dirty="0"/>
              <a:t>의 코드를 참고하여 </a:t>
            </a:r>
            <a:r>
              <a:rPr lang="en-US" altLang="ko-KR" dirty="0" err="1"/>
              <a:t>TodoPage.vue</a:t>
            </a:r>
            <a:r>
              <a:rPr lang="en-US" altLang="ko-KR" dirty="0"/>
              <a:t> </a:t>
            </a:r>
            <a:r>
              <a:rPr lang="ko-KR" altLang="en-US" dirty="0"/>
              <a:t>에 목록을 </a:t>
            </a:r>
            <a:r>
              <a:rPr lang="en-US" altLang="ko-KR" dirty="0" err="1"/>
              <a:t>json</a:t>
            </a:r>
            <a:r>
              <a:rPr lang="en-US" altLang="ko-KR" dirty="0"/>
              <a:t>-server </a:t>
            </a:r>
            <a:r>
              <a:rPr lang="ko-KR" altLang="en-US" dirty="0"/>
              <a:t>에서 데이터를 받아 띄워 봅시다</a:t>
            </a:r>
            <a:endParaRPr lang="en-US" altLang="ko-KR" dirty="0"/>
          </a:p>
          <a:p>
            <a:r>
              <a:rPr lang="en-US" altLang="ko-KR" dirty="0" err="1"/>
              <a:t>TodoPage</a:t>
            </a:r>
            <a:r>
              <a:rPr lang="en-US" altLang="ko-KR" dirty="0"/>
              <a:t> </a:t>
            </a:r>
            <a:r>
              <a:rPr lang="ko-KR" altLang="en-US" dirty="0"/>
              <a:t>에 들어가면 자동으로 </a:t>
            </a:r>
            <a:r>
              <a:rPr lang="en-US" altLang="ko-KR" dirty="0" err="1"/>
              <a:t>fetchTodo</a:t>
            </a:r>
            <a:r>
              <a:rPr lang="en-US" altLang="ko-KR" dirty="0"/>
              <a:t> </a:t>
            </a:r>
            <a:r>
              <a:rPr lang="ko-KR" altLang="en-US" dirty="0"/>
              <a:t>메서드가 실행이 되고</a:t>
            </a:r>
            <a:r>
              <a:rPr lang="en-US" altLang="ko-KR" dirty="0"/>
              <a:t>,</a:t>
            </a:r>
            <a:r>
              <a:rPr lang="ko-KR" altLang="en-US" dirty="0"/>
              <a:t> 해당 메서드는 </a:t>
            </a:r>
            <a:r>
              <a:rPr lang="en-US" altLang="ko-KR" dirty="0" err="1"/>
              <a:t>json</a:t>
            </a:r>
            <a:r>
              <a:rPr lang="en-US" altLang="ko-KR" dirty="0"/>
              <a:t>-server </a:t>
            </a:r>
            <a:r>
              <a:rPr lang="ko-KR" altLang="en-US" dirty="0"/>
              <a:t>의 </a:t>
            </a:r>
            <a:r>
              <a:rPr lang="en-US" altLang="ko-KR" dirty="0"/>
              <a:t>“/</a:t>
            </a:r>
            <a:r>
              <a:rPr lang="en-US" altLang="ko-KR" dirty="0" err="1"/>
              <a:t>todos</a:t>
            </a:r>
            <a:r>
              <a:rPr lang="en-US" altLang="ko-KR" dirty="0"/>
              <a:t>” </a:t>
            </a:r>
            <a:r>
              <a:rPr lang="ko-KR" altLang="en-US" dirty="0" err="1"/>
              <a:t>엔드포인트로</a:t>
            </a:r>
            <a:r>
              <a:rPr lang="ko-KR" altLang="en-US" dirty="0"/>
              <a:t> 부터 </a:t>
            </a:r>
            <a:r>
              <a:rPr lang="en-US" altLang="ko-KR" dirty="0" err="1"/>
              <a:t>todolist</a:t>
            </a:r>
            <a:r>
              <a:rPr lang="en-US" altLang="ko-KR" dirty="0"/>
              <a:t> </a:t>
            </a:r>
            <a:r>
              <a:rPr lang="ko-KR" altLang="en-US" dirty="0"/>
              <a:t>데이터를 받아 </a:t>
            </a:r>
            <a:r>
              <a:rPr lang="en-US" altLang="ko-KR" dirty="0" err="1"/>
              <a:t>ul</a:t>
            </a:r>
            <a:r>
              <a:rPr lang="en-US" altLang="ko-KR" dirty="0"/>
              <a:t> &gt;</a:t>
            </a:r>
            <a:r>
              <a:rPr lang="ko-KR" altLang="en-US" dirty="0"/>
              <a:t> </a:t>
            </a:r>
            <a:r>
              <a:rPr lang="en-US" altLang="ko-KR" dirty="0"/>
              <a:t>li</a:t>
            </a:r>
            <a:r>
              <a:rPr lang="ko-KR" altLang="en-US" dirty="0"/>
              <a:t> 태그로 출력 합니다</a:t>
            </a:r>
            <a:endParaRPr lang="en-US" altLang="ko-KR" dirty="0"/>
          </a:p>
          <a:p>
            <a:r>
              <a:rPr lang="ko-KR" altLang="en-US" dirty="0" err="1"/>
              <a:t>다다음</a:t>
            </a:r>
            <a:r>
              <a:rPr lang="ko-KR" altLang="en-US" dirty="0"/>
              <a:t> 장의 코드를 활용하여 </a:t>
            </a:r>
            <a:r>
              <a:rPr lang="en-US" altLang="ko-KR" dirty="0" err="1"/>
              <a:t>todo</a:t>
            </a:r>
            <a:r>
              <a:rPr lang="en-US" altLang="ko-KR" dirty="0"/>
              <a:t> </a:t>
            </a:r>
            <a:r>
              <a:rPr lang="ko-KR" altLang="en-US" dirty="0"/>
              <a:t>목록을 다음과 같이 출력하는 페이지를 만들어 주세요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62315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1A41D4F-03A1-4FC9-8953-8320D8EE7F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2009"/>
          <a:stretch/>
        </p:blipFill>
        <p:spPr>
          <a:xfrm>
            <a:off x="94772" y="94818"/>
            <a:ext cx="3093519" cy="29178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3BCD257-B602-AA1B-7AE7-0F380E5C0E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3179" y="94819"/>
            <a:ext cx="7315772" cy="291780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6A03032-3A55-7EC5-010F-A9FA84A876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72" y="3143038"/>
            <a:ext cx="7868128" cy="2779030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198850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7D95-AF37-0B0C-EBD2-FF9C4A3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BE7E767-F2B9-0A15-EBAE-8F2BF8FC68D1}"/>
              </a:ext>
            </a:extLst>
          </p:cNvPr>
          <p:cNvSpPr txBox="1"/>
          <p:nvPr/>
        </p:nvSpPr>
        <p:spPr>
          <a:xfrm>
            <a:off x="76200" y="75526"/>
            <a:ext cx="5934076" cy="677108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TODO PAGE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h1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&lt;!--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로딩 중에는 아래의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h2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가 출력 되도록 구현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--&gt;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데이터 로딩 중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&lt;!--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통신 실패 시 아래의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h2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가 출력 되도록 구현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--&gt;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데이터 통신 중 에러 발생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h2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&lt;!--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통신 성공 시 </a:t>
            </a:r>
            <a:r>
              <a:rPr lang="en-US" altLang="ko-KR" sz="1400" b="0" dirty="0" err="1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리스트 출력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--&gt;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ul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li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서버에서 받은 </a:t>
            </a:r>
            <a:r>
              <a:rPr lang="en-US" altLang="ko-KR" sz="1400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출력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li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 err="1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ul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main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template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setup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import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ref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vue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</a:t>
            </a:r>
            <a:r>
              <a:rPr lang="en-US" altLang="ko-KR" sz="1400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api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sz="1400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fetchTodo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// </a:t>
            </a:r>
            <a:r>
              <a:rPr lang="ko-KR" altLang="en-US" sz="1400" b="0" dirty="0">
                <a:solidFill>
                  <a:srgbClr val="6A9955"/>
                </a:solidFill>
                <a:effectLst/>
                <a:latin typeface="Jetbrains Mono" panose="02000009000000000000" pitchFamily="49" charset="0"/>
              </a:rPr>
              <a:t>내부를 구현 해주세요</a:t>
            </a:r>
            <a:endParaRPr lang="ko-KR" altLang="en-US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  <a:p>
            <a:pPr>
              <a:buNone/>
            </a:pPr>
            <a:r>
              <a:rPr lang="ko-KR" altLang="en-US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 </a:t>
            </a:r>
            <a:r>
              <a:rPr lang="en-US" altLang="ko-KR" sz="1400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'TODO DATA FETCH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통신 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sz="1400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sz="1400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sz="1400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sz="1400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fetchTodo</a:t>
            </a:r>
            <a:r>
              <a:rPr lang="en-US" altLang="ko-KR" sz="1400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buNone/>
            </a:pP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&lt;/</a:t>
            </a:r>
            <a:r>
              <a:rPr lang="en-US" altLang="ko-KR" sz="1400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script</a:t>
            </a:r>
            <a:r>
              <a:rPr lang="en-US" altLang="ko-KR" sz="1400" b="0" dirty="0">
                <a:solidFill>
                  <a:srgbClr val="808080"/>
                </a:solidFill>
                <a:effectLst/>
                <a:latin typeface="Jetbrains Mono" panose="02000009000000000000" pitchFamily="49" charset="0"/>
              </a:rPr>
              <a:t>&gt;</a:t>
            </a:r>
            <a:endParaRPr lang="en-US" altLang="ko-KR" sz="1400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607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라우터에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Auth</a:t>
            </a:r>
            <a:r>
              <a:rPr lang="en-US" altLang="ko-KR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기능 추가하기</a:t>
            </a:r>
          </a:p>
        </p:txBody>
      </p:sp>
    </p:spTree>
    <p:extLst>
      <p:ext uri="{BB962C8B-B14F-4D97-AF65-F5344CB8AC3E}">
        <p14:creationId xmlns:p14="http://schemas.microsoft.com/office/powerpoint/2010/main" val="2272823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2A311F7-2D13-4C64-C047-151EBE0228EE}"/>
              </a:ext>
            </a:extLst>
          </p:cNvPr>
          <p:cNvSpPr txBox="1"/>
          <p:nvPr/>
        </p:nvSpPr>
        <p:spPr>
          <a:xfrm>
            <a:off x="325580" y="1679158"/>
            <a:ext cx="9862127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710363" y="2687782"/>
            <a:ext cx="5481638" cy="15000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이동하려는 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requiresAuth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옵션이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설정 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라우트면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해당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if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문이 실행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9014691" y="2115127"/>
            <a:ext cx="387927" cy="71120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964545" y="4501442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인가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여부를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통해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저장할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예정이므로 해당 정보가 있는지 확인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022109" y="2530764"/>
            <a:ext cx="267855" cy="216130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689600" y="252943"/>
            <a:ext cx="6154737" cy="123260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변경 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들어 왔을 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무조건 먼저 실행되는 기능을 지정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050473" y="895927"/>
            <a:ext cx="3851563" cy="72043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42842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animBg="1"/>
      <p:bldP spid="1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96A3AD0-654A-43F9-FB02-15A06C3A9836}"/>
              </a:ext>
            </a:extLst>
          </p:cNvPr>
          <p:cNvSpPr txBox="1"/>
          <p:nvPr/>
        </p:nvSpPr>
        <p:spPr>
          <a:xfrm>
            <a:off x="150089" y="219049"/>
            <a:ext cx="9862127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1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490691" y="939788"/>
            <a:ext cx="4701309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키의 값이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일 경우 로그인이 된 상태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323661" y="1126836"/>
            <a:ext cx="1397939" cy="27709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1287605" y="3179004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안되었을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alert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필요합니다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띄우고 로그인 페이지로 보내기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807855" y="2078182"/>
            <a:ext cx="701963" cy="120996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2517776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되었을 경우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원래 주소 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(=</a:t>
            </a:r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라우트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요청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next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사용해서 보내주기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158638" y="1191491"/>
            <a:ext cx="4863992" cy="146999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2617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20" grpId="0" animBg="1"/>
      <p:bldP spid="2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CD90F79-3EA8-C7D3-187A-657D9BEF77F5}"/>
              </a:ext>
            </a:extLst>
          </p:cNvPr>
          <p:cNvSpPr txBox="1"/>
          <p:nvPr/>
        </p:nvSpPr>
        <p:spPr>
          <a:xfrm>
            <a:off x="150089" y="3542744"/>
            <a:ext cx="9695875" cy="240065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!==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2750B-E858-D329-D17A-AB6982E144DF}"/>
              </a:ext>
            </a:extLst>
          </p:cNvPr>
          <p:cNvSpPr txBox="1"/>
          <p:nvPr/>
        </p:nvSpPr>
        <p:spPr>
          <a:xfrm>
            <a:off x="150089" y="145158"/>
            <a:ext cx="9695875" cy="31700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beforeEach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from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to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matched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some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=&gt;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record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meta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requiresAuth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===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로그인이 필요합니다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'login'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else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next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});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4107AF44-F22C-9E37-1797-B941D0216E14}"/>
              </a:ext>
            </a:extLst>
          </p:cNvPr>
          <p:cNvSpPr/>
          <p:nvPr/>
        </p:nvSpPr>
        <p:spPr>
          <a:xfrm>
            <a:off x="2749118" y="2483676"/>
            <a:ext cx="7096846" cy="8315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Early Return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적용 전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후 코드를 비교해 보세요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5C045B62-1980-82B0-3FFC-B63C31ACFBA4}"/>
              </a:ext>
            </a:extLst>
          </p:cNvPr>
          <p:cNvSpPr/>
          <p:nvPr/>
        </p:nvSpPr>
        <p:spPr>
          <a:xfrm>
            <a:off x="5945911" y="5046198"/>
            <a:ext cx="6096000" cy="13811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ctr">
              <a:buAutoNum type="arabicPeriod"/>
            </a:pP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12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줄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9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줄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marL="457200" indent="-457200" algn="ctr">
              <a:buAutoNum type="arabicPeriod"/>
            </a:pP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next()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호출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3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회 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 2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회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3402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 err="1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로그인이</a:t>
            </a: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성공에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대한 처리</a:t>
            </a:r>
          </a:p>
        </p:txBody>
      </p:sp>
    </p:spTree>
    <p:extLst>
      <p:ext uri="{BB962C8B-B14F-4D97-AF65-F5344CB8AC3E}">
        <p14:creationId xmlns:p14="http://schemas.microsoft.com/office/powerpoint/2010/main" val="1069720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D97016-846E-9EBC-3309-340633C31B09}"/>
              </a:ext>
            </a:extLst>
          </p:cNvPr>
          <p:cNvSpPr txBox="1"/>
          <p:nvPr/>
        </p:nvSpPr>
        <p:spPr>
          <a:xfrm>
            <a:off x="85437" y="97954"/>
            <a:ext cx="10610272" cy="676082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async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login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try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BASE_URL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+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'/users'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await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axios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get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loginUrl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loginRes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data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const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userArr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find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function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index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id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userId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=== 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Jetbrains Mono" panose="02000009000000000000" pitchFamily="49" charset="0"/>
              </a:rPr>
              <a:t>undefined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해당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ID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를 가지는 사용자가 존재하지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if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findUser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password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!==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userPassword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value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비밀번호가 일치하지 않습니다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.'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 err="1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localStorage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setItem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'auth'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,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'true'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성공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!'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/>
            </a:r>
            <a:b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</a:b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return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 err="1">
                <a:solidFill>
                  <a:srgbClr val="4FC1FF"/>
                </a:solidFill>
                <a:effectLst/>
                <a:latin typeface="Jetbrains Mono" panose="02000009000000000000" pitchFamily="49" charset="0"/>
              </a:rPr>
              <a:t>router</a:t>
            </a:r>
            <a:r>
              <a:rPr lang="en-US" altLang="ko-KR" b="0" dirty="0" err="1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 err="1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push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({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name: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todo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});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 </a:t>
            </a:r>
            <a:r>
              <a:rPr lang="en-US" altLang="ko-KR" b="0" dirty="0">
                <a:solidFill>
                  <a:srgbClr val="C586C0"/>
                </a:solidFill>
                <a:effectLst/>
                <a:latin typeface="Jetbrains Mono" panose="02000009000000000000" pitchFamily="49" charset="0"/>
              </a:rPr>
              <a:t>catch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 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 {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alert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로그인 통신 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ERR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발생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Jetbrains Mono" panose="02000009000000000000" pitchFamily="49" charset="0"/>
              </a:rPr>
              <a:t>'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  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console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.</a:t>
            </a:r>
            <a:r>
              <a:rPr lang="en-US" altLang="ko-KR" b="0" dirty="0">
                <a:solidFill>
                  <a:srgbClr val="DCDCAA"/>
                </a:solidFill>
                <a:effectLst/>
                <a:latin typeface="Jetbrains Mono" panose="02000009000000000000" pitchFamily="49" charset="0"/>
              </a:rPr>
              <a:t>log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(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Jetbrains Mono" panose="02000009000000000000" pitchFamily="49" charset="0"/>
              </a:rPr>
              <a:t>e</a:t>
            </a: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);</a:t>
            </a:r>
          </a:p>
          <a:p>
            <a:pPr>
              <a:lnSpc>
                <a:spcPts val="2025"/>
              </a:lnSpc>
              <a:buNone/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  }</a:t>
            </a:r>
          </a:p>
          <a:p>
            <a:pPr>
              <a:lnSpc>
                <a:spcPts val="2025"/>
              </a:lnSpc>
            </a:pPr>
            <a:r>
              <a:rPr lang="en-US" altLang="ko-KR" b="0" dirty="0">
                <a:solidFill>
                  <a:srgbClr val="D4D4D4"/>
                </a:solidFill>
                <a:effectLst/>
                <a:latin typeface="Jetbrains Mono" panose="02000009000000000000" pitchFamily="49" charset="0"/>
              </a:rPr>
              <a:t>}</a:t>
            </a: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1579357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로그인이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성공한 케이스이므로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true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 저장하기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938982" y="2632364"/>
            <a:ext cx="1300018" cy="192320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4804770"/>
            <a:ext cx="5334000" cy="13820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 push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기능을 활용해서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name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 라우터로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 이동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954569" y="5315587"/>
            <a:ext cx="1231900" cy="2274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2711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1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743" y="242778"/>
            <a:ext cx="7258803" cy="250042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5FD3F419-98B3-5D61-97AE-3AEB10090E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3" y="2962114"/>
            <a:ext cx="7900730" cy="28325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H="1">
            <a:off x="4064000" y="2189018"/>
            <a:ext cx="2032000" cy="151476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831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로그아웃 기능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구현</a:t>
            </a:r>
          </a:p>
        </p:txBody>
      </p:sp>
    </p:spTree>
    <p:extLst>
      <p:ext uri="{BB962C8B-B14F-4D97-AF65-F5344CB8AC3E}">
        <p14:creationId xmlns:p14="http://schemas.microsoft.com/office/powerpoint/2010/main" val="3527897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42899" y="196066"/>
            <a:ext cx="8934451" cy="341632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4FC1FF"/>
                </a:solidFill>
                <a:latin typeface="Jetbrains Mono" panose="02000009000000000000" pitchFamily="49" charset="0"/>
              </a:rPr>
              <a:t>router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beforeEach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((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to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from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,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=&gt;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if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to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matched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some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((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record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=&gt;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record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meta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requiresAuth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if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(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getItem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auth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!==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'true'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alert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로그인이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 필요합니다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00009000000000000" pitchFamily="49" charset="0"/>
              </a:rPr>
              <a:t>name: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'Login'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});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else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else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next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}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});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sp>
        <p:nvSpPr>
          <p:cNvPr id="1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858000" y="1493787"/>
            <a:ext cx="533400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로그인 여부는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localStorage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auth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값에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 결정 되므로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저거만 지워주면 끝입니다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!!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086475" y="1117247"/>
            <a:ext cx="1152525" cy="69250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5810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92100" y="276136"/>
            <a:ext cx="6096000" cy="120032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Jetbrains Mono" panose="02000009000000000000" pitchFamily="49" charset="0"/>
              </a:rPr>
              <a:t>function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logout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00009000000000000" pitchFamily="49" charset="0"/>
              </a:rPr>
              <a:t>localStorage</a:t>
            </a:r>
            <a:r>
              <a:rPr lang="en-US" altLang="ko-KR" dirty="0" err="1">
                <a:solidFill>
                  <a:srgbClr val="D4D4D4"/>
                </a:solidFill>
                <a:latin typeface="Jetbrains Mono" panose="02000009000000000000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00009000000000000" pitchFamily="49" charset="0"/>
              </a:rPr>
              <a:t>removeItem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00009000000000000" pitchFamily="49" charset="0"/>
              </a:rPr>
              <a:t>auth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00009000000000000" pitchFamily="49" charset="0"/>
              </a:rPr>
              <a:t>return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00009000000000000" pitchFamily="49" charset="0"/>
              </a:rPr>
              <a:t>alert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'</a:t>
            </a:r>
            <a:r>
              <a:rPr lang="ko-KR" altLang="en-US" dirty="0">
                <a:solidFill>
                  <a:srgbClr val="CE9178"/>
                </a:solidFill>
                <a:latin typeface="Jetbrains Mono" panose="02000009000000000000" pitchFamily="49" charset="0"/>
              </a:rPr>
              <a:t>로그아웃 완료</a:t>
            </a:r>
            <a:r>
              <a:rPr lang="en-US" altLang="ko-KR" dirty="0">
                <a:solidFill>
                  <a:srgbClr val="CE9178"/>
                </a:solidFill>
                <a:latin typeface="Jetbrains Mono" panose="02000009000000000000" pitchFamily="49" charset="0"/>
              </a:rPr>
              <a:t>!'</a:t>
            </a:r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);</a:t>
            </a:r>
          </a:p>
          <a:p>
            <a:r>
              <a:rPr lang="en-US" altLang="ko-KR" dirty="0">
                <a:solidFill>
                  <a:srgbClr val="D4D4D4"/>
                </a:solidFill>
                <a:latin typeface="Jetbrains Mono" panose="02000009000000000000" pitchFamily="49" charset="0"/>
              </a:rPr>
              <a:t>}</a:t>
            </a:r>
            <a:endParaRPr lang="en-US" altLang="ko-KR" b="0" dirty="0">
              <a:solidFill>
                <a:srgbClr val="D4D4D4"/>
              </a:solidFill>
              <a:effectLst/>
              <a:latin typeface="Jetbrains Mono" panose="02000009000000000000" pitchFamily="49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099" y="1717567"/>
            <a:ext cx="5292367" cy="186383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13549214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rcRect r="40335"/>
          <a:stretch/>
        </p:blipFill>
        <p:spPr>
          <a:xfrm>
            <a:off x="227803" y="218850"/>
            <a:ext cx="6820698" cy="3219899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03" y="218849"/>
            <a:ext cx="11431595" cy="3219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77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박수 짤 &gt; 짤톡 | 파일톡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238" y="126999"/>
            <a:ext cx="7883525" cy="6536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6731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TodoList</a:t>
            </a:r>
            <a:r>
              <a:rPr lang="en-US" altLang="ko-KR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만들기</a:t>
            </a:r>
            <a:r>
              <a:rPr lang="en-US" altLang="ko-KR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!</a:t>
            </a:r>
            <a:endParaRPr lang="ko-KR" altLang="en-US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83555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1" y="104132"/>
            <a:ext cx="4167969" cy="29199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0977" y="104132"/>
            <a:ext cx="3008071" cy="390387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551" y="3253732"/>
            <a:ext cx="3793384" cy="32626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6783" y="3102298"/>
            <a:ext cx="3351937" cy="356554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056883" y="1828800"/>
            <a:ext cx="2619289" cy="49830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1178560" y="2753361"/>
            <a:ext cx="488194" cy="61487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415281" y="3919626"/>
            <a:ext cx="1550928" cy="109941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3186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자~ 드가자~~~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31462" y="83248"/>
            <a:ext cx="6528689" cy="65286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459" y="83248"/>
            <a:ext cx="3815109" cy="4467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03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0" y="74962"/>
            <a:ext cx="3429479" cy="4086795"/>
          </a:xfrm>
          <a:prstGeom prst="rect">
            <a:avLst/>
          </a:prstGeom>
        </p:spPr>
      </p:pic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544057" y="725691"/>
            <a:ext cx="533400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도메인 별로 관리하면 편하기 때문에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pages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components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폴더를 만들어서 관리 합시다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1767840" y="1209040"/>
            <a:ext cx="2987040" cy="41859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8837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0" y="74962"/>
            <a:ext cx="3429479" cy="4086795"/>
          </a:xfrm>
          <a:prstGeom prst="rect">
            <a:avLst/>
          </a:prstGeom>
        </p:spPr>
      </p:pic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001257" y="826275"/>
            <a:ext cx="5334000" cy="31818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TodoList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하나의 페이지가 아니라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라우팅에 의한 동적 페이지로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변경할 예정입니다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 각각의 페이지를 만들고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라우팅 처리를 해줘야 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804160" y="1940560"/>
            <a:ext cx="2448560" cy="13208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9011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TodoDetail</a:t>
            </a: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라우팅 처리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95138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228600" y="1334840"/>
            <a:ext cx="6096000" cy="2308324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DETAIL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427977" y="1524565"/>
            <a:ext cx="533400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 구분을 위한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h1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태그만 있는 간단한 페이지 만들기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3779520" y="2087880"/>
            <a:ext cx="1859280" cy="33862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307907"/>
            <a:ext cx="910576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src</a:t>
            </a:r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/pages/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TodoDetailPage.vue</a:t>
            </a:r>
            <a:endParaRPr lang="ko-KR" altLang="en-US" sz="4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23691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6680" y="1472982"/>
            <a:ext cx="9692640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'../pages/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meta: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requiresAuth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/detail/:id'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/detail'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'@/pages/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TodoDetailPage.vue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meta: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requiresAuth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307907"/>
            <a:ext cx="4950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src</a:t>
            </a:r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/router/index.js</a:t>
            </a:r>
            <a:endParaRPr lang="ko-KR" altLang="en-US" sz="4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562600" y="4785360"/>
            <a:ext cx="6629400" cy="1768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TodoDetailPage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기반으로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내용을 받아야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parameter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받는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라우터를 추가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178801" y="4419600"/>
            <a:ext cx="1084839" cy="74670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1876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TodoPage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업그레이드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2138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51" y="104132"/>
            <a:ext cx="4167969" cy="291996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4544057" y="725691"/>
            <a:ext cx="533400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내용을 클릭하면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TodoDetail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이동 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따라서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주소로 연결 필요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885440" y="1627632"/>
            <a:ext cx="1869440" cy="2844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1778168" y="3407931"/>
            <a:ext cx="533400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작성 버튼을 클릭하면</a:t>
            </a:r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TodoWritePage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이동 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역시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주소로 이동 기능 추가 필요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1137920" y="2915920"/>
            <a:ext cx="1087120" cy="83031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5753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21920" y="91440"/>
            <a:ext cx="9281160" cy="59093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PAGE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v-if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isFetching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데이터 로딩 중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smtClean="0">
                <a:solidFill>
                  <a:srgbClr val="C586C0"/>
                </a:solidFill>
                <a:latin typeface="JetBrains Mono" panose="020B0509020102050004" pitchFamily="49" charset="0"/>
              </a:rPr>
              <a:t>v-else-if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isError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데이터 통신 중 에러 발생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v-else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ul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li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v-for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="(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item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idx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todoArr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{{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item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 /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/detail/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item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{{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item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}}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4EC9B0"/>
                </a:solidFill>
                <a:latin typeface="JetBrains Mono" panose="020B0509020102050004" pitchFamily="49" charset="0"/>
              </a:rPr>
              <a:t>RouterLink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/ {{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item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done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li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ul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작성</a:t>
            </a: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main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299960" y="0"/>
            <a:ext cx="489204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내용을 클릭하면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RouterLink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이용하여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detail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이동하도록 설정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537200" y="1595122"/>
            <a:ext cx="2092960" cy="90955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299960" y="3352800"/>
            <a:ext cx="489204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내용은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검색을 해야만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파라미터의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값으로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해당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전달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512560" y="3058160"/>
            <a:ext cx="1117600" cy="68072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5719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714" y="129935"/>
            <a:ext cx="3966549" cy="297902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1"/>
            </a:solidFill>
          </a:ln>
        </p:spPr>
      </p:pic>
      <p:sp>
        <p:nvSpPr>
          <p:cNvPr id="3" name="오른쪽 화살표 2"/>
          <p:cNvSpPr/>
          <p:nvPr/>
        </p:nvSpPr>
        <p:spPr>
          <a:xfrm rot="13078671">
            <a:off x="2519680" y="1656080"/>
            <a:ext cx="701040" cy="629920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2233" y="129935"/>
            <a:ext cx="5439534" cy="341995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5" name="직사각형 4"/>
          <p:cNvSpPr/>
          <p:nvPr/>
        </p:nvSpPr>
        <p:spPr>
          <a:xfrm>
            <a:off x="7325360" y="731520"/>
            <a:ext cx="1148080" cy="33528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16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TodoDetail</a:t>
            </a: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통신 파트 작업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549664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4972" y="98194"/>
            <a:ext cx="7081332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reactive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endParaRPr lang="en-US" altLang="ko-KR" dirty="0" smtClean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smtClean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 smtClean="0">
                <a:solidFill>
                  <a:srgbClr val="DCDCAA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curRoute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curRoute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params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let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get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데이터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299960" y="394097"/>
            <a:ext cx="4892040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useRoute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()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사용하여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현재 주소 값을 받아온 다음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파라미터로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전달 된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, 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값을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변수에 저장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421529" y="1481562"/>
            <a:ext cx="3217762" cy="67132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299960" y="2808600"/>
            <a:ext cx="4892040" cy="12429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서버로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부터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받아서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그려줄 것이므로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선언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2928395" y="2777924"/>
            <a:ext cx="4537276" cy="46298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805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94972" y="98194"/>
            <a:ext cx="7081332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reactive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 smtClean="0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curRoute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curRoute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params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let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get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데이터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299960" y="98194"/>
            <a:ext cx="4892040" cy="2506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특정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가지는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하나의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데이터는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방식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todos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/:id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전달이 되어야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규칙에 맞게 요청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347504" y="1886673"/>
            <a:ext cx="2326511" cy="172462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299960" y="2889621"/>
            <a:ext cx="4892040" cy="259677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서버로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부터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받은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하나의 데이터를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데이터에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대입하여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바로 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Re-Render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유발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421529" y="4409954"/>
            <a:ext cx="3090441" cy="3472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4631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9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0" y="1041106"/>
            <a:ext cx="10459656" cy="397031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DETAIL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id : {{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{{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{{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done : {{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done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}}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목록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수정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삭제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47099" y="98194"/>
            <a:ext cx="5744901" cy="21185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데이터의 이름이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이므로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객체에서 필요한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프로퍼티에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접근하여 각각의 값을 출력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896091" y="1504709"/>
            <a:ext cx="1840375" cy="79865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477246" y="4203571"/>
            <a:ext cx="4714754" cy="158377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목록 버튼을 클릭하면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가야하므로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 처리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366076" y="3599727"/>
            <a:ext cx="1481559" cy="93754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5069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586" y="217667"/>
            <a:ext cx="5610905" cy="48904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2050" name="Picture 2" descr="박명수짤/명수짤/고독한박명수] 잇몸만개 박명수짤 모음😁😁 (스압주의) : 네이버 블로그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5434" y="1199386"/>
            <a:ext cx="5474008" cy="4506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1003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94CAF-1FFB-EE20-6CF0-9C1A9F39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 smtClean="0">
                <a:solidFill>
                  <a:schemeClr val="accent1"/>
                </a:solidFill>
              </a:rPr>
              <a:t>TodoWritePage</a:t>
            </a:r>
            <a:r>
              <a:rPr lang="en-US" altLang="ko-KR" dirty="0" smtClean="0">
                <a:solidFill>
                  <a:schemeClr val="accent1"/>
                </a:solidFill>
              </a:rPr>
              <a:t> </a:t>
            </a:r>
            <a:r>
              <a:rPr lang="ko-KR" altLang="en-US" dirty="0" smtClean="0">
                <a:solidFill>
                  <a:schemeClr val="accent1"/>
                </a:solidFill>
              </a:rPr>
              <a:t>라우팅 처리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C1D85-A5DC-06ED-DC94-CCBD508F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 smtClean="0"/>
              <a:t>다다음장에</a:t>
            </a:r>
            <a:r>
              <a:rPr lang="ko-KR" altLang="en-US" dirty="0" smtClean="0"/>
              <a:t> 주어진</a:t>
            </a:r>
            <a:r>
              <a:rPr lang="ko-KR" altLang="en-US" dirty="0" smtClean="0"/>
              <a:t> </a:t>
            </a:r>
            <a:r>
              <a:rPr lang="en-US" altLang="ko-KR" dirty="0" err="1" smtClean="0"/>
              <a:t>TodoWritePage.vue</a:t>
            </a:r>
            <a:r>
              <a:rPr lang="en-US" altLang="ko-KR" dirty="0" smtClean="0"/>
              <a:t> </a:t>
            </a:r>
            <a:r>
              <a:rPr lang="ko-KR" altLang="en-US" dirty="0" smtClean="0"/>
              <a:t>페이지에 대한 라우팅 처리를 완료해 주세요</a:t>
            </a:r>
            <a:endParaRPr lang="en-US" altLang="ko-KR" dirty="0" smtClean="0"/>
          </a:p>
          <a:p>
            <a:r>
              <a:rPr lang="en-US" altLang="ko-KR" dirty="0" err="1" smtClean="0"/>
              <a:t>TodoWriteP</a:t>
            </a:r>
            <a:r>
              <a:rPr lang="en-US" altLang="ko-KR" dirty="0" err="1" smtClean="0"/>
              <a:t>age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path  </a:t>
            </a:r>
            <a:r>
              <a:rPr lang="ko-KR" altLang="en-US" dirty="0" smtClean="0"/>
              <a:t>는 </a:t>
            </a:r>
            <a:r>
              <a:rPr lang="en-US" altLang="ko-KR" dirty="0" smtClean="0"/>
              <a:t>‘/</a:t>
            </a:r>
            <a:r>
              <a:rPr lang="en-US" altLang="ko-KR" dirty="0" err="1" smtClean="0"/>
              <a:t>todo</a:t>
            </a:r>
            <a:r>
              <a:rPr lang="en-US" altLang="ko-KR" dirty="0" smtClean="0"/>
              <a:t>/write’ </a:t>
            </a:r>
            <a:r>
              <a:rPr lang="ko-KR" altLang="en-US" dirty="0" smtClean="0"/>
              <a:t>이며 </a:t>
            </a:r>
            <a:r>
              <a:rPr lang="en-US" altLang="ko-KR" dirty="0" smtClean="0"/>
              <a:t>name 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‘</a:t>
            </a:r>
            <a:r>
              <a:rPr lang="en-US" altLang="ko-KR" dirty="0" err="1" smtClean="0"/>
              <a:t>todo</a:t>
            </a:r>
            <a:r>
              <a:rPr lang="en-US" altLang="ko-KR" dirty="0" smtClean="0"/>
              <a:t>/write’</a:t>
            </a:r>
            <a:r>
              <a:rPr lang="en-US" altLang="ko-KR" dirty="0"/>
              <a:t> </a:t>
            </a:r>
            <a:r>
              <a:rPr lang="ko-KR" altLang="en-US" dirty="0" smtClean="0"/>
              <a:t>입니다</a:t>
            </a:r>
            <a:endParaRPr lang="en-US" altLang="ko-KR" dirty="0" smtClean="0"/>
          </a:p>
          <a:p>
            <a:r>
              <a:rPr lang="en-US" altLang="ko-KR" dirty="0" err="1" smtClean="0"/>
              <a:t>TodoPage</a:t>
            </a:r>
            <a:r>
              <a:rPr lang="en-US" altLang="ko-KR" dirty="0" smtClean="0"/>
              <a:t> </a:t>
            </a:r>
            <a:r>
              <a:rPr lang="ko-KR" altLang="en-US" dirty="0" smtClean="0"/>
              <a:t>의 </a:t>
            </a:r>
            <a:r>
              <a:rPr lang="en-US" altLang="ko-KR" dirty="0" err="1" smtClean="0"/>
              <a:t>todo</a:t>
            </a:r>
            <a:r>
              <a:rPr lang="en-US" altLang="ko-KR" dirty="0" smtClean="0"/>
              <a:t> </a:t>
            </a:r>
            <a:r>
              <a:rPr lang="ko-KR" altLang="en-US" dirty="0" smtClean="0"/>
              <a:t>작성 버튼을 클릭하면 </a:t>
            </a:r>
            <a:r>
              <a:rPr lang="en-US" altLang="ko-KR" dirty="0" err="1" smtClean="0"/>
              <a:t>TodoWritePage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 라우팅 되도록 구현해 주세요</a:t>
            </a:r>
            <a:r>
              <a:rPr lang="en-US" altLang="ko-KR" dirty="0" smtClean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478014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300" y="2182109"/>
            <a:ext cx="4496427" cy="374384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36" y="161204"/>
            <a:ext cx="4658375" cy="341042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1388962" y="3275636"/>
            <a:ext cx="4039565" cy="39353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2530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00627" y="217322"/>
            <a:ext cx="9915645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WRITE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작성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취소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6128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311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TodoWritePage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통신 파트 작업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11198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1731" y="34724"/>
            <a:ext cx="7728031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addTodo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newTodo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done: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false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post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newTodo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}}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47099" y="277614"/>
            <a:ext cx="5744901" cy="174218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와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desc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입력 받기 위한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 선언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 input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  <a:sym typeface="Wingdings" panose="05000000000000000000" pitchFamily="2" charset="2"/>
              </a:rPr>
              <a:t>태그에 연결할 용도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194613" y="1331089"/>
            <a:ext cx="3669174" cy="98384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47099" y="2262685"/>
            <a:ext cx="5744901" cy="1614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형식에 맞춰서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생성하고 해당 객체를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POST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방식으로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-server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전달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414532" y="3368413"/>
            <a:ext cx="3333509" cy="41651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733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61731" y="34724"/>
            <a:ext cx="7728031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addTodo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 smtClean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newTodo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done: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false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post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newTodo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}}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47099" y="2262685"/>
            <a:ext cx="5744901" cy="161483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가 알아서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JSON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으로 변환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바로 전달해도 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840639" y="3784922"/>
            <a:ext cx="497710" cy="856526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47099" y="5613722"/>
            <a:ext cx="5744901" cy="124427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추가가 성공하면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목록으로 이동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965539" y="5486400"/>
            <a:ext cx="1875100" cy="48613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143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9605" y="738579"/>
            <a:ext cx="10494379" cy="313932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WRITE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addTodo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작성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취소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037408" y="0"/>
            <a:ext cx="5154592" cy="1319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인풋의 입력 값을 각각의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데이터와 연결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6157732" y="1088020"/>
            <a:ext cx="1250065" cy="67133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157732" y="3567584"/>
            <a:ext cx="6034268" cy="131951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작성 버튼이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클릭되면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추가하는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addTodo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메서드를 실행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838218" y="2731625"/>
            <a:ext cx="1794076" cy="128479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6655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03" y="190597"/>
            <a:ext cx="4591691" cy="379147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0191" y="2579029"/>
            <a:ext cx="5468113" cy="366763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chemeClr val="accent1"/>
            </a:solidFill>
          </a:ln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13458" y="3796497"/>
            <a:ext cx="5058137" cy="150470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569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94CAF-1FFB-EE20-6CF0-9C1A9F399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solidFill>
                  <a:schemeClr val="accent1"/>
                </a:solidFill>
              </a:rPr>
              <a:t>실습</a:t>
            </a:r>
            <a:r>
              <a:rPr lang="en-US" altLang="ko-KR" dirty="0">
                <a:solidFill>
                  <a:schemeClr val="accent1"/>
                </a:solidFill>
              </a:rPr>
              <a:t>, </a:t>
            </a:r>
            <a:r>
              <a:rPr lang="en-US" altLang="ko-KR" dirty="0" err="1" smtClean="0">
                <a:solidFill>
                  <a:schemeClr val="accent1"/>
                </a:solidFill>
              </a:rPr>
              <a:t>Todo</a:t>
            </a:r>
            <a:r>
              <a:rPr lang="en-US" altLang="ko-KR" dirty="0" smtClean="0">
                <a:solidFill>
                  <a:schemeClr val="accent1"/>
                </a:solidFill>
              </a:rPr>
              <a:t> </a:t>
            </a:r>
            <a:r>
              <a:rPr lang="ko-KR" altLang="en-US" dirty="0" smtClean="0">
                <a:solidFill>
                  <a:schemeClr val="accent1"/>
                </a:solidFill>
              </a:rPr>
              <a:t>삭제 기능 구현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FC1D85-A5DC-06ED-DC94-CCBD508F9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 smtClean="0"/>
              <a:t>TodoDetailPage.vue</a:t>
            </a:r>
            <a:r>
              <a:rPr lang="en-US" altLang="ko-KR" dirty="0" smtClean="0"/>
              <a:t> </a:t>
            </a:r>
            <a:r>
              <a:rPr lang="ko-KR" altLang="en-US" dirty="0" smtClean="0"/>
              <a:t>에 </a:t>
            </a:r>
            <a:r>
              <a:rPr lang="en-US" altLang="ko-KR" dirty="0" err="1" smtClean="0"/>
              <a:t>deleteTodo</a:t>
            </a:r>
            <a:r>
              <a:rPr lang="en-US" altLang="ko-KR" dirty="0" smtClean="0"/>
              <a:t> </a:t>
            </a:r>
            <a:r>
              <a:rPr lang="ko-KR" altLang="en-US" dirty="0" smtClean="0"/>
              <a:t>함수를 선언하고 해당 함수가 실행 되면 해당 </a:t>
            </a:r>
            <a:r>
              <a:rPr lang="en-US" altLang="ko-KR" dirty="0" err="1" smtClean="0"/>
              <a:t>Todo</a:t>
            </a:r>
            <a:r>
              <a:rPr lang="en-US" altLang="ko-KR" dirty="0" smtClean="0"/>
              <a:t> </a:t>
            </a:r>
            <a:r>
              <a:rPr lang="ko-KR" altLang="en-US" dirty="0" smtClean="0"/>
              <a:t>가 삭제 되도록 구현해 주세요</a:t>
            </a:r>
            <a:endParaRPr lang="en-US" altLang="ko-KR" dirty="0" smtClean="0"/>
          </a:p>
          <a:p>
            <a:r>
              <a:rPr lang="en-US" altLang="ko-KR" dirty="0" err="1" smtClean="0"/>
              <a:t>json</a:t>
            </a:r>
            <a:r>
              <a:rPr lang="en-US" altLang="ko-KR" dirty="0" smtClean="0"/>
              <a:t>-server </a:t>
            </a:r>
            <a:r>
              <a:rPr lang="ko-KR" altLang="en-US" dirty="0" smtClean="0"/>
              <a:t>에서 특정 </a:t>
            </a:r>
            <a:r>
              <a:rPr lang="en-US" altLang="ko-KR" dirty="0" smtClean="0"/>
              <a:t>id </a:t>
            </a:r>
            <a:r>
              <a:rPr lang="ko-KR" altLang="en-US" dirty="0" smtClean="0"/>
              <a:t>를 가지는 데이터를 삭제할 때에는 </a:t>
            </a:r>
            <a:r>
              <a:rPr lang="en-US" altLang="ko-KR" dirty="0" smtClean="0"/>
              <a:t>DELETE </a:t>
            </a:r>
            <a:r>
              <a:rPr lang="ko-KR" altLang="en-US" dirty="0" smtClean="0"/>
              <a:t>메서드로 </a:t>
            </a:r>
            <a:r>
              <a:rPr lang="en-US" altLang="ko-KR" dirty="0" smtClean="0"/>
              <a:t>‘</a:t>
            </a:r>
            <a:r>
              <a:rPr lang="en-US" altLang="ko-KR" dirty="0" err="1" smtClean="0"/>
              <a:t>todos</a:t>
            </a:r>
            <a:r>
              <a:rPr lang="en-US" altLang="ko-KR" dirty="0" smtClean="0"/>
              <a:t>/:id’ </a:t>
            </a:r>
            <a:r>
              <a:rPr lang="ko-KR" altLang="en-US" dirty="0" smtClean="0"/>
              <a:t>로 요청을 보내면 됩니다</a:t>
            </a:r>
            <a:endParaRPr lang="en-US" altLang="ko-KR" dirty="0" smtClean="0"/>
          </a:p>
          <a:p>
            <a:r>
              <a:rPr lang="ko-KR" altLang="en-US" dirty="0" smtClean="0"/>
              <a:t>삭제가 완료 되면 자동으로 </a:t>
            </a:r>
            <a:r>
              <a:rPr lang="en-US" altLang="ko-KR" dirty="0" err="1" smtClean="0"/>
              <a:t>TodoPage</a:t>
            </a:r>
            <a:r>
              <a:rPr lang="en-US" altLang="ko-KR" dirty="0" smtClean="0"/>
              <a:t> </a:t>
            </a:r>
            <a:r>
              <a:rPr lang="ko-KR" altLang="en-US" dirty="0" smtClean="0"/>
              <a:t>목록으로 돌아갈 수 있도록 구현해 주세요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99351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25" y="155501"/>
            <a:ext cx="4105848" cy="4810796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83" y="155501"/>
            <a:ext cx="4829849" cy="382005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2465408" y="2951544"/>
            <a:ext cx="2939969" cy="156258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207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TodoEditPage</a:t>
            </a:r>
            <a:endParaRPr lang="en-US" altLang="ko-KR" sz="9600" dirty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라우팅 처리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65736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28600" y="307907"/>
            <a:ext cx="8663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src</a:t>
            </a:r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/pages/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TodoEditPage.vue</a:t>
            </a:r>
            <a:endParaRPr lang="ko-KR" altLang="en-US" sz="4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228599" y="1261423"/>
            <a:ext cx="10894671" cy="14773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EDIT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115461" y="1443542"/>
            <a:ext cx="5334000" cy="14501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페이지 구분을 위한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h1</a:t>
            </a: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태그만 있는 간단한 페이지 만들기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3467004" y="2006857"/>
            <a:ext cx="1926799" cy="18075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3353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270075" y="1293767"/>
            <a:ext cx="10216587" cy="369331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/write'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/write'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'@/pages/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TodoWritePAge.vue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meta: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requiresAuth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path: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/edit/:id'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/edit'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component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()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=&gt;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'@/pages/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TodoEditPage.vue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meta: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requiresAuth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props: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true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},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28600" y="307907"/>
            <a:ext cx="4950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</a:t>
            </a:r>
            <a:r>
              <a:rPr lang="en-US" altLang="ko-KR" sz="40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src</a:t>
            </a:r>
            <a:r>
              <a:rPr lang="en-US" altLang="ko-KR" sz="40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/router/index.js</a:t>
            </a:r>
            <a:endParaRPr lang="ko-KR" altLang="en-US" sz="4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724646" y="4623315"/>
            <a:ext cx="6467354" cy="1768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TodoEditPage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는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기반으로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내용을 받아야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parameter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받는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라우터를 추가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340847" y="4257555"/>
            <a:ext cx="1084839" cy="74670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481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3051" y="2766547"/>
            <a:ext cx="4629796" cy="234347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8" y="65832"/>
            <a:ext cx="4505954" cy="54014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1585732" y="4490978"/>
            <a:ext cx="4502552" cy="53243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7593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TodoEdit</a:t>
            </a: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통신 파트 작업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944587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0" y="72006"/>
            <a:ext cx="7392366" cy="674030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script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setup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reactive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import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from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vue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-router'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curRoute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useRouter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curRoute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params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api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let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reactive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get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데이터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991109" y="804249"/>
            <a:ext cx="5200891" cy="250611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TodoDetailPage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때와 마찬가지로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하나의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데이터만 받으면 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GET /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todos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/:id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데이터를 요청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278056" y="2685327"/>
            <a:ext cx="1956121" cy="116904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697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08030" y="1793859"/>
            <a:ext cx="10621701" cy="424731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EDIT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editedDesc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done :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"checkbox"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v-model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editedDone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수정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 smtClean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 smtClean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취소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879940" y="0"/>
            <a:ext cx="5200891" cy="195612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내용이 수정한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반영이 되어야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데이터를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v-model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연결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671596" y="1666754"/>
            <a:ext cx="625032" cy="115187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19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108030" y="94544"/>
            <a:ext cx="8630855" cy="646330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let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reactive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({});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editedDone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ref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false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get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data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editedDesc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editedDone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done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데이터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DETAIL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</a:p>
          <a:p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  <a:p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fetchTodo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();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879940" y="0"/>
            <a:ext cx="6099857" cy="11690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값을 받아줄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 선언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027990" y="532435"/>
            <a:ext cx="2141316" cy="208345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724891" y="2631536"/>
            <a:ext cx="5467109" cy="21835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백엔드에서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받아온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내용이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에 반영되어 있어야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각각의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반응형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데이터의 값에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데이터를 반영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4872942" y="3727049"/>
            <a:ext cx="2048719" cy="46298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49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014" y="885097"/>
            <a:ext cx="5096586" cy="458216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98" y="65832"/>
            <a:ext cx="4505954" cy="540142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1585732" y="3889094"/>
            <a:ext cx="3738622" cy="113432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213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A51A304-90D1-7EA9-EBAE-E5B3155D64CA}"/>
              </a:ext>
            </a:extLst>
          </p:cNvPr>
          <p:cNvSpPr txBox="1"/>
          <p:nvPr/>
        </p:nvSpPr>
        <p:spPr>
          <a:xfrm>
            <a:off x="0" y="0"/>
            <a:ext cx="1219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TodoEdit</a:t>
            </a:r>
            <a:r>
              <a:rPr lang="en-US" altLang="ko-KR" sz="9600" dirty="0" err="1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Page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9600" dirty="0" smtClean="0">
                <a:solidFill>
                  <a:srgbClr val="0070C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수정 기능 작업</a:t>
            </a:r>
            <a:endParaRPr lang="en-US" altLang="ko-KR" sz="9600" dirty="0" smtClean="0">
              <a:solidFill>
                <a:srgbClr val="0070C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1640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96454" y="826781"/>
            <a:ext cx="11489803" cy="590931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TODO EDIT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h1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: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"text"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model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trim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editedDesc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done :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input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type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"checkbox"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v-model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editedDone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"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/&gt;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h2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editTodo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)"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수정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v-on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click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="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/detail'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params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 })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"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  </a:t>
            </a:r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취소</a:t>
            </a:r>
          </a:p>
          <a:p>
            <a:r>
              <a:rPr lang="ko-KR" altLang="en-US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button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div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dirty="0">
              <a:solidFill>
                <a:srgbClr val="CCCCCC"/>
              </a:solidFill>
              <a:latin typeface="JetBrains Mono" panose="020B0509020102050004" pitchFamily="49" charset="0"/>
            </a:endParaRPr>
          </a:p>
          <a:p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&lt;/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template</a:t>
            </a:r>
            <a:r>
              <a:rPr lang="en-US" altLang="ko-KR" dirty="0">
                <a:solidFill>
                  <a:srgbClr val="808080"/>
                </a:solidFill>
                <a:latin typeface="JetBrains Mono" panose="020B0509020102050004" pitchFamily="49" charset="0"/>
              </a:rPr>
              <a:t>&gt;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407797" y="410093"/>
            <a:ext cx="4784203" cy="116904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 버튼을 누르면 수정이 되도록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editTodo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 구현하면 됩니다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525701" y="1342663"/>
            <a:ext cx="3159889" cy="2164467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5162309" y="5018746"/>
            <a:ext cx="7029691" cy="18392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취소 버튼을 클릭하면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다시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TodoDetailPage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돌아가야 하므로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/detail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라우터에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파라미터를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전달하여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라우팅 처리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6227181" y="4815068"/>
            <a:ext cx="636606" cy="567160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864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6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1" y="1169043"/>
            <a:ext cx="8191018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editTodo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 smtClean="0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editedDesc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done: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editedDone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 smtClean="0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3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93397" y="0"/>
            <a:ext cx="5698603" cy="187509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수정은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PUT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메서드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‘/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todos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/:id’</a:t>
            </a:r>
            <a:r>
              <a:rPr lang="en-US" altLang="ko-KR" sz="24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로 요청을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보내면 되므로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id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를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매개변수로 받아서 주소에 전달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5879939" y="1261641"/>
            <a:ext cx="914400" cy="34724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3599727" y="902828"/>
            <a:ext cx="3194612" cy="185192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6493397" y="2257063"/>
            <a:ext cx="5698603" cy="15394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수정된 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input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값을 넣어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 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만들기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4247909" y="2893671"/>
            <a:ext cx="2546430" cy="4629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9168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9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1" y="1169043"/>
            <a:ext cx="8191018" cy="563231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async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function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editTodo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try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4FC1FF"/>
                </a:solidFill>
                <a:latin typeface="JetBrains Mono" panose="020B0509020102050004" pitchFamily="49" charset="0"/>
              </a:rPr>
              <a:t>BASE_URL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+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`/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todos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/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${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id</a:t>
            </a:r>
            <a:r>
              <a:rPr lang="en-US" altLang="ko-KR" dirty="0">
                <a:solidFill>
                  <a:srgbClr val="569CD6"/>
                </a:solidFill>
                <a:latin typeface="JetBrains Mono" panose="020B0509020102050004" pitchFamily="49" charset="0"/>
              </a:rPr>
              <a:t>}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`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 smtClean="0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 smtClean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desc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editedDesc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done: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editedDone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9CDCFE"/>
                </a:solidFill>
                <a:latin typeface="JetBrains Mono" panose="020B0509020102050004" pitchFamily="49" charset="0"/>
              </a:rPr>
              <a:t>value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};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569CD6"/>
                </a:solidFill>
                <a:latin typeface="JetBrains Mono" panose="020B0509020102050004" pitchFamily="49" charset="0"/>
              </a:rPr>
              <a:t>const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D4D4D4"/>
                </a:solidFill>
                <a:latin typeface="JetBrains Mono" panose="020B0509020102050004" pitchFamily="49" charset="0"/>
              </a:rPr>
              <a:t>=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await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axios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todoUrl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 smtClean="0">
                <a:solidFill>
                  <a:srgbClr val="4FC1FF"/>
                </a:solidFill>
                <a:latin typeface="JetBrains Mono" panose="020B0509020102050004" pitchFamily="49" charset="0"/>
              </a:rPr>
              <a:t>editedTodo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결과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: 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,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todoRes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/>
            </a:r>
            <a:b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</a:b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 err="1">
                <a:solidFill>
                  <a:srgbClr val="4FC1FF"/>
                </a:solidFill>
                <a:latin typeface="JetBrains Mono" panose="020B0509020102050004" pitchFamily="49" charset="0"/>
              </a:rPr>
              <a:t>router</a:t>
            </a:r>
            <a:r>
              <a:rPr lang="en-US" altLang="ko-KR" dirty="0" err="1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 err="1">
                <a:solidFill>
                  <a:srgbClr val="DCDCAA"/>
                </a:solidFill>
                <a:latin typeface="JetBrains Mono" panose="020B0509020102050004" pitchFamily="49" charset="0"/>
              </a:rPr>
              <a:t>push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({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name: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 err="1">
                <a:solidFill>
                  <a:srgbClr val="CE9178"/>
                </a:solidFill>
                <a:latin typeface="JetBrains Mono" panose="020B0509020102050004" pitchFamily="49" charset="0"/>
              </a:rPr>
              <a:t>todo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});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 </a:t>
            </a:r>
            <a:r>
              <a:rPr lang="en-US" altLang="ko-KR" dirty="0">
                <a:solidFill>
                  <a:srgbClr val="C586C0"/>
                </a:solidFill>
                <a:latin typeface="JetBrains Mono" panose="020B0509020102050004" pitchFamily="49" charset="0"/>
              </a:rPr>
              <a:t>catch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 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 {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alert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'TODO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추가 통신 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ERR </a:t>
            </a:r>
            <a:r>
              <a:rPr lang="ko-KR" altLang="en-US" dirty="0">
                <a:solidFill>
                  <a:srgbClr val="CE9178"/>
                </a:solidFill>
                <a:latin typeface="JetBrains Mono" panose="020B0509020102050004" pitchFamily="49" charset="0"/>
              </a:rPr>
              <a:t>발생</a:t>
            </a:r>
            <a:r>
              <a:rPr lang="en-US" altLang="ko-KR" dirty="0">
                <a:solidFill>
                  <a:srgbClr val="CE9178"/>
                </a:solidFill>
                <a:latin typeface="JetBrains Mono" panose="020B0509020102050004" pitchFamily="49" charset="0"/>
              </a:rPr>
              <a:t>'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  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console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.</a:t>
            </a:r>
            <a:r>
              <a:rPr lang="en-US" altLang="ko-KR" dirty="0">
                <a:solidFill>
                  <a:srgbClr val="DCDCAA"/>
                </a:solidFill>
                <a:latin typeface="JetBrains Mono" panose="020B0509020102050004" pitchFamily="49" charset="0"/>
              </a:rPr>
              <a:t>log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(</a:t>
            </a:r>
            <a:r>
              <a:rPr lang="en-US" altLang="ko-KR" dirty="0">
                <a:solidFill>
                  <a:srgbClr val="9CDCFE"/>
                </a:solidFill>
                <a:latin typeface="JetBrains Mono" panose="020B0509020102050004" pitchFamily="49" charset="0"/>
              </a:rPr>
              <a:t>e</a:t>
            </a:r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);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  }</a:t>
            </a:r>
          </a:p>
          <a:p>
            <a:r>
              <a:rPr lang="en-US" altLang="ko-KR" dirty="0">
                <a:solidFill>
                  <a:srgbClr val="CCCCCC"/>
                </a:solidFill>
                <a:latin typeface="JetBrains Mono" panose="020B0509020102050004" pitchFamily="49" charset="0"/>
              </a:rPr>
              <a:t>}</a:t>
            </a:r>
            <a:endParaRPr lang="en-US" altLang="ko-KR" b="0" dirty="0">
              <a:solidFill>
                <a:srgbClr val="CCCCCC"/>
              </a:solidFill>
              <a:effectLst/>
              <a:latin typeface="JetBrains Mono" panose="020B0509020102050004" pitchFamily="49" charset="0"/>
            </a:endParaRPr>
          </a:p>
        </p:txBody>
      </p:sp>
      <p:sp>
        <p:nvSpPr>
          <p:cNvPr id="24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70785" y="2078881"/>
            <a:ext cx="4321215" cy="15394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수정된 </a:t>
            </a:r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객체를 전달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  <a:p>
            <a:pPr algn="ctr"/>
            <a:endParaRPr lang="en-US" altLang="ko-KR" sz="24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Axios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의 편리성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!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7002683" y="3194613"/>
            <a:ext cx="1122745" cy="676234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8">
            <a:extLst>
              <a:ext uri="{FF2B5EF4-FFF2-40B4-BE49-F238E27FC236}">
                <a16:creationId xmlns:a16="http://schemas.microsoft.com/office/drawing/2014/main" id="{B17F4156-10EA-BE35-20C1-4378030582A1}"/>
              </a:ext>
            </a:extLst>
          </p:cNvPr>
          <p:cNvSpPr/>
          <p:nvPr/>
        </p:nvSpPr>
        <p:spPr>
          <a:xfrm>
            <a:off x="7870785" y="4958868"/>
            <a:ext cx="4321215" cy="153943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수정이 완료되면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ctr"/>
            <a:r>
              <a:rPr lang="en-US" altLang="ko-KR" sz="2400" dirty="0" err="1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TodoPage</a:t>
            </a:r>
            <a:r>
              <a:rPr lang="en-US" altLang="ko-KR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</a:t>
            </a:r>
            <a:r>
              <a:rPr lang="ko-KR" altLang="en-US" sz="2400" dirty="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목록 으로 이동</a:t>
            </a:r>
            <a:endParaRPr lang="en-US" altLang="ko-KR" sz="2400" dirty="0" smtClean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>
            <a:off x="5011838" y="5211401"/>
            <a:ext cx="3113590" cy="517183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7315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11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68" y="222136"/>
            <a:ext cx="4220164" cy="45154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710" y="622242"/>
            <a:ext cx="4982270" cy="371526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1041722" y="3159889"/>
            <a:ext cx="4745620" cy="1177621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87632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1838" y="222136"/>
            <a:ext cx="5167488" cy="4222623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168" y="222136"/>
            <a:ext cx="4220164" cy="451548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4" name="직선 화살표 연결선 3">
            <a:extLst>
              <a:ext uri="{FF2B5EF4-FFF2-40B4-BE49-F238E27FC236}">
                <a16:creationId xmlns:a16="http://schemas.microsoft.com/office/drawing/2014/main" id="{7856C966-90A5-AC21-0DBF-348B78367BC3}"/>
              </a:ext>
            </a:extLst>
          </p:cNvPr>
          <p:cNvCxnSpPr>
            <a:cxnSpLocks/>
          </p:cNvCxnSpPr>
          <p:nvPr/>
        </p:nvCxnSpPr>
        <p:spPr>
          <a:xfrm flipV="1">
            <a:off x="1689903" y="3032567"/>
            <a:ext cx="3449256" cy="1307939"/>
          </a:xfrm>
          <a:prstGeom prst="straightConnector1">
            <a:avLst/>
          </a:prstGeom>
          <a:ln w="76200">
            <a:solidFill>
              <a:srgbClr val="FF000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3950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@GiantPengsoo's video Twe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426" y="110180"/>
            <a:ext cx="7627232" cy="6603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7826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11179</TotalTime>
  <Words>1353</Words>
  <Application>Microsoft Office PowerPoint</Application>
  <PresentationFormat>와이드스크린</PresentationFormat>
  <Paragraphs>840</Paragraphs>
  <Slides>94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94</vt:i4>
      </vt:variant>
    </vt:vector>
  </HeadingPairs>
  <TitlesOfParts>
    <vt:vector size="103" baseType="lpstr">
      <vt:lpstr>Arial</vt:lpstr>
      <vt:lpstr>나눔스퀘어 ExtraBold</vt:lpstr>
      <vt:lpstr>Jetbrains Mono</vt:lpstr>
      <vt:lpstr>나눔스퀘어 Bold</vt:lpstr>
      <vt:lpstr>Calibri</vt:lpstr>
      <vt:lpstr>Wingdings</vt:lpstr>
      <vt:lpstr>Jetbrains Mono</vt:lpstr>
      <vt:lpstr>맑은 고딕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실습, todo 페이지에 서버 todo 목록 출력 하기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실습, TodoWritePage 라우팅 처리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실습, Todo 삭제 기능 구현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157</dc:creator>
  <cp:lastModifiedBy>student</cp:lastModifiedBy>
  <cp:revision>1667</cp:revision>
  <dcterms:created xsi:type="dcterms:W3CDTF">2022-05-29T13:34:07Z</dcterms:created>
  <dcterms:modified xsi:type="dcterms:W3CDTF">2025-04-03T03:28:48Z</dcterms:modified>
</cp:coreProperties>
</file>